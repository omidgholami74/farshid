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30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۸: ساختار تابع ز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۳.۱۸: ساختار تابع زیان چندوظیفه‌ای و وزن‌های هر مؤلفه</a:t>
            </a:r>
          </a:p>
        </p:txBody>
      </p:sp>
      <p:sp>
        <p:nvSpPr>
          <p:cNvPr id="3" name="**L_activity**"/>
          <p:cNvSpPr/>
          <p:nvPr/>
        </p:nvSpPr>
        <p:spPr>
          <a:xfrm>
            <a:off x="6903720" y="566928"/>
            <a:ext cx="2103120" cy="1481328"/>
          </a:xfrm>
          <a:prstGeom prst="roundRect">
            <a:avLst>
              <a:gd name="adj" fmla="val 3703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L_activity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CrossEntropy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Label Smoothing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Class Weights</a:t>
            </a:r>
          </a:p>
        </p:txBody>
      </p:sp>
      <p:sp>
        <p:nvSpPr>
          <p:cNvPr id="4" name="**λ = 1.0**"/>
          <p:cNvSpPr/>
          <p:nvPr/>
        </p:nvSpPr>
        <p:spPr>
          <a:xfrm>
            <a:off x="7223760" y="2212848"/>
            <a:ext cx="1463040" cy="45720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1.0</a:t>
            </a:r>
          </a:p>
        </p:txBody>
      </p:sp>
      <p:sp>
        <p:nvSpPr>
          <p:cNvPr id="5" name="**L_remaining**"/>
          <p:cNvSpPr/>
          <p:nvPr/>
        </p:nvSpPr>
        <p:spPr>
          <a:xfrm>
            <a:off x="4663440" y="566928"/>
            <a:ext cx="2103120" cy="1481328"/>
          </a:xfrm>
          <a:prstGeom prst="roundRect">
            <a:avLst>
              <a:gd name="adj" fmla="val 3703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L_remaining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(δ=1.0)</a:t>
            </a:r>
          </a:p>
        </p:txBody>
      </p:sp>
      <p:sp>
        <p:nvSpPr>
          <p:cNvPr id="6" name="**λ = 0.3**"/>
          <p:cNvSpPr/>
          <p:nvPr/>
        </p:nvSpPr>
        <p:spPr>
          <a:xfrm>
            <a:off x="4983480" y="2212848"/>
            <a:ext cx="1463040" cy="45720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0.3</a:t>
            </a:r>
          </a:p>
        </p:txBody>
      </p:sp>
      <p:sp>
        <p:nvSpPr>
          <p:cNvPr id="7" name="**L_improvement**"/>
          <p:cNvSpPr/>
          <p:nvPr/>
        </p:nvSpPr>
        <p:spPr>
          <a:xfrm>
            <a:off x="2423160" y="566928"/>
            <a:ext cx="2103120" cy="1481328"/>
          </a:xfrm>
          <a:prstGeom prst="roundRect">
            <a:avLst>
              <a:gd name="adj" fmla="val 370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L_improvement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tanh</a:t>
            </a:r>
          </a:p>
        </p:txBody>
      </p:sp>
      <p:sp>
        <p:nvSpPr>
          <p:cNvPr id="8" name="**λ = 0.3**"/>
          <p:cNvSpPr/>
          <p:nvPr/>
        </p:nvSpPr>
        <p:spPr>
          <a:xfrm>
            <a:off x="2743200" y="2212848"/>
            <a:ext cx="1463040" cy="45720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0.3</a:t>
            </a:r>
          </a:p>
        </p:txBody>
      </p:sp>
      <p:sp>
        <p:nvSpPr>
          <p:cNvPr id="9" name="**L_bottleneck**"/>
          <p:cNvSpPr/>
          <p:nvPr/>
        </p:nvSpPr>
        <p:spPr>
          <a:xfrm>
            <a:off x="182880" y="566928"/>
            <a:ext cx="2103120" cy="1481328"/>
          </a:xfrm>
          <a:prstGeom prst="roundRect">
            <a:avLst>
              <a:gd name="adj" fmla="val 3703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L_bottleneck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Binary CE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(میانه زمان)</a:t>
            </a:r>
          </a:p>
        </p:txBody>
      </p:sp>
      <p:sp>
        <p:nvSpPr>
          <p:cNvPr id="10" name="**λ = 0.1**"/>
          <p:cNvSpPr/>
          <p:nvPr/>
        </p:nvSpPr>
        <p:spPr>
          <a:xfrm>
            <a:off x="502920" y="2212848"/>
            <a:ext cx="1463040" cy="45720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λ = 0.1</a:t>
            </a:r>
          </a:p>
        </p:txBody>
      </p:sp>
      <p:sp>
        <p:nvSpPr>
          <p:cNvPr id="11" name="**L_total = λ_activity · L_a"/>
          <p:cNvSpPr/>
          <p:nvPr/>
        </p:nvSpPr>
        <p:spPr>
          <a:xfrm>
            <a:off x="777240" y="3246120"/>
            <a:ext cx="7589520" cy="822960"/>
          </a:xfrm>
          <a:prstGeom prst="roundRect">
            <a:avLst>
              <a:gd name="adj" fmla="val 6666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L_total = λ_activity · L_activity + λ_remaining · L_remaining + λ_improvement · L_improvement + λ_bottleneck · L_bottleneck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7955280" y="2688336"/>
            <a:ext cx="0" cy="55778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5715000" y="2688336"/>
            <a:ext cx="0" cy="55778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row"/>
          <p:cNvCxnSpPr/>
          <p:nvPr/>
        </p:nvCxnSpPr>
        <p:spPr>
          <a:xfrm>
            <a:off x="3474720" y="2688336"/>
            <a:ext cx="0" cy="55778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row"/>
          <p:cNvCxnSpPr/>
          <p:nvPr/>
        </p:nvCxnSpPr>
        <p:spPr>
          <a:xfrm>
            <a:off x="1234440" y="2688336"/>
            <a:ext cx="0" cy="55778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**پس‌انتشار و به‌روزرسانی وز"/>
          <p:cNvSpPr/>
          <p:nvPr/>
        </p:nvSpPr>
        <p:spPr>
          <a:xfrm>
            <a:off x="2377440" y="448056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پس‌انتشار و به‌روزرسانی وزن‌ها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4572000" y="4069080"/>
            <a:ext cx="0" cy="4114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