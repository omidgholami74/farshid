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452628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xt شکل ۳.۱۰: مقایسه ماتریس "/>
          <p:cNvSpPr txBox="1"/>
          <p:nvPr/>
        </p:nvSpPr>
        <p:spPr>
          <a:xfrm>
            <a:off x="228600" y="109728"/>
            <a:ext cx="86868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/>
            <a:r>
              <a:rPr sz="1500" b="1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شکل ۳.۱۰: مقایسه ماتریس توجه کامل و ماتریس توجه علّی</a:t>
            </a:r>
          </a:p>
        </p:txBody>
      </p:sp>
      <p:sp>
        <p:nvSpPr>
          <p:cNvPr id="3" name="txt **ماتریس توجه کامل (بدون"/>
          <p:cNvSpPr txBox="1"/>
          <p:nvPr/>
        </p:nvSpPr>
        <p:spPr>
          <a:xfrm>
            <a:off x="274320" y="566928"/>
            <a:ext cx="40233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/>
            <a:r>
              <a:rPr sz="1200" b="1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ماتریس توجه کامل (بدون ماسک)</a:t>
            </a:r>
          </a:p>
        </p:txBody>
      </p:sp>
      <p:sp>
        <p:nvSpPr>
          <p:cNvPr id="4" name="txt **ماتریس توجه علّی (با م"/>
          <p:cNvSpPr txBox="1"/>
          <p:nvPr/>
        </p:nvSpPr>
        <p:spPr>
          <a:xfrm>
            <a:off x="4892040" y="566928"/>
            <a:ext cx="40233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/>
            <a:r>
              <a:rPr sz="1200" b="1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ماتریس توجه علّی (با ماسک)</a:t>
            </a:r>
          </a:p>
        </p:txBody>
      </p:sp>
      <p:sp>
        <p:nvSpPr>
          <p:cNvPr id="5" name="1"/>
          <p:cNvSpPr/>
          <p:nvPr/>
        </p:nvSpPr>
        <p:spPr>
          <a:xfrm>
            <a:off x="1051560" y="1051560"/>
            <a:ext cx="566928" cy="365760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1"/>
            <a:r>
              <a:rPr sz="1100" b="0" i="0">
                <a:solidFill>
                  <a:srgbClr val="FFFFFF"/>
                </a:solidFill>
                <a:latin typeface="Arial"/>
                <a:ea typeface="B Nazanin"/>
                <a:cs typeface="B Nazanin"/>
              </a:rPr>
              <a:t>1</a:t>
            </a:r>
          </a:p>
        </p:txBody>
      </p:sp>
      <p:sp>
        <p:nvSpPr>
          <p:cNvPr id="6" name="1"/>
          <p:cNvSpPr/>
          <p:nvPr/>
        </p:nvSpPr>
        <p:spPr>
          <a:xfrm>
            <a:off x="1645920" y="1051560"/>
            <a:ext cx="566928" cy="365760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1"/>
            <a:r>
              <a:rPr sz="1100" b="0" i="0">
                <a:solidFill>
                  <a:srgbClr val="FFFFFF"/>
                </a:solidFill>
                <a:latin typeface="Arial"/>
                <a:ea typeface="B Nazanin"/>
                <a:cs typeface="B Nazanin"/>
              </a:rPr>
              <a:t>1</a:t>
            </a:r>
          </a:p>
        </p:txBody>
      </p:sp>
      <p:sp>
        <p:nvSpPr>
          <p:cNvPr id="7" name="1"/>
          <p:cNvSpPr/>
          <p:nvPr/>
        </p:nvSpPr>
        <p:spPr>
          <a:xfrm>
            <a:off x="2240280" y="1051560"/>
            <a:ext cx="566928" cy="365760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1"/>
            <a:r>
              <a:rPr sz="1100" b="0" i="0">
                <a:solidFill>
                  <a:srgbClr val="FFFFFF"/>
                </a:solidFill>
                <a:latin typeface="Arial"/>
                <a:ea typeface="B Nazanin"/>
                <a:cs typeface="B Nazanin"/>
              </a:rPr>
              <a:t>1</a:t>
            </a:r>
          </a:p>
        </p:txBody>
      </p:sp>
      <p:sp>
        <p:nvSpPr>
          <p:cNvPr id="8" name="1"/>
          <p:cNvSpPr/>
          <p:nvPr/>
        </p:nvSpPr>
        <p:spPr>
          <a:xfrm>
            <a:off x="2834640" y="1051560"/>
            <a:ext cx="566928" cy="365760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1"/>
            <a:r>
              <a:rPr sz="1100" b="0" i="0">
                <a:solidFill>
                  <a:srgbClr val="FFFFFF"/>
                </a:solidFill>
                <a:latin typeface="Arial"/>
                <a:ea typeface="B Nazanin"/>
                <a:cs typeface="B Nazanin"/>
              </a:rPr>
              <a:t>1</a:t>
            </a:r>
          </a:p>
        </p:txBody>
      </p:sp>
      <p:sp>
        <p:nvSpPr>
          <p:cNvPr id="9" name="1"/>
          <p:cNvSpPr/>
          <p:nvPr/>
        </p:nvSpPr>
        <p:spPr>
          <a:xfrm>
            <a:off x="3429000" y="1051560"/>
            <a:ext cx="566928" cy="365760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1"/>
            <a:r>
              <a:rPr sz="1100" b="0" i="0">
                <a:solidFill>
                  <a:srgbClr val="FFFFFF"/>
                </a:solidFill>
                <a:latin typeface="Arial"/>
                <a:ea typeface="B Nazanin"/>
                <a:cs typeface="B Nazanin"/>
              </a:rPr>
              <a:t>1</a:t>
            </a:r>
          </a:p>
        </p:txBody>
      </p:sp>
      <p:sp>
        <p:nvSpPr>
          <p:cNvPr id="10" name="1"/>
          <p:cNvSpPr/>
          <p:nvPr/>
        </p:nvSpPr>
        <p:spPr>
          <a:xfrm>
            <a:off x="4023360" y="1051560"/>
            <a:ext cx="566928" cy="365760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1"/>
            <a:r>
              <a:rPr sz="1100" b="0" i="0">
                <a:solidFill>
                  <a:srgbClr val="FFFFFF"/>
                </a:solidFill>
                <a:latin typeface="Arial"/>
                <a:ea typeface="B Nazanin"/>
                <a:cs typeface="B Nazanin"/>
              </a:rPr>
              <a:t>1</a:t>
            </a:r>
          </a:p>
        </p:txBody>
      </p:sp>
      <p:sp>
        <p:nvSpPr>
          <p:cNvPr id="11" name="1"/>
          <p:cNvSpPr/>
          <p:nvPr/>
        </p:nvSpPr>
        <p:spPr>
          <a:xfrm>
            <a:off x="1051560" y="1444752"/>
            <a:ext cx="566928" cy="365760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1"/>
            <a:r>
              <a:rPr sz="1100" b="0" i="0">
                <a:solidFill>
                  <a:srgbClr val="FFFFFF"/>
                </a:solidFill>
                <a:latin typeface="Arial"/>
                <a:ea typeface="B Nazanin"/>
                <a:cs typeface="B Nazanin"/>
              </a:rPr>
              <a:t>1</a:t>
            </a:r>
          </a:p>
        </p:txBody>
      </p:sp>
      <p:sp>
        <p:nvSpPr>
          <p:cNvPr id="12" name="1"/>
          <p:cNvSpPr/>
          <p:nvPr/>
        </p:nvSpPr>
        <p:spPr>
          <a:xfrm>
            <a:off x="1645920" y="1444752"/>
            <a:ext cx="566928" cy="365760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1"/>
            <a:r>
              <a:rPr sz="1100" b="0" i="0">
                <a:solidFill>
                  <a:srgbClr val="FFFFFF"/>
                </a:solidFill>
                <a:latin typeface="Arial"/>
                <a:ea typeface="B Nazanin"/>
                <a:cs typeface="B Nazanin"/>
              </a:rPr>
              <a:t>1</a:t>
            </a:r>
          </a:p>
        </p:txBody>
      </p:sp>
      <p:sp>
        <p:nvSpPr>
          <p:cNvPr id="13" name="1"/>
          <p:cNvSpPr/>
          <p:nvPr/>
        </p:nvSpPr>
        <p:spPr>
          <a:xfrm>
            <a:off x="2240280" y="1444752"/>
            <a:ext cx="566928" cy="365760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1"/>
            <a:r>
              <a:rPr sz="1100" b="0" i="0">
                <a:solidFill>
                  <a:srgbClr val="FFFFFF"/>
                </a:solidFill>
                <a:latin typeface="Arial"/>
                <a:ea typeface="B Nazanin"/>
                <a:cs typeface="B Nazanin"/>
              </a:rPr>
              <a:t>1</a:t>
            </a:r>
          </a:p>
        </p:txBody>
      </p:sp>
      <p:sp>
        <p:nvSpPr>
          <p:cNvPr id="14" name="1"/>
          <p:cNvSpPr/>
          <p:nvPr/>
        </p:nvSpPr>
        <p:spPr>
          <a:xfrm>
            <a:off x="2834640" y="1444752"/>
            <a:ext cx="566928" cy="365760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1"/>
            <a:r>
              <a:rPr sz="1100" b="0" i="0">
                <a:solidFill>
                  <a:srgbClr val="FFFFFF"/>
                </a:solidFill>
                <a:latin typeface="Arial"/>
                <a:ea typeface="B Nazanin"/>
                <a:cs typeface="B Nazanin"/>
              </a:rPr>
              <a:t>1</a:t>
            </a:r>
          </a:p>
        </p:txBody>
      </p:sp>
      <p:sp>
        <p:nvSpPr>
          <p:cNvPr id="15" name="1"/>
          <p:cNvSpPr/>
          <p:nvPr/>
        </p:nvSpPr>
        <p:spPr>
          <a:xfrm>
            <a:off x="3429000" y="1444752"/>
            <a:ext cx="566928" cy="365760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1"/>
            <a:r>
              <a:rPr sz="1100" b="0" i="0">
                <a:solidFill>
                  <a:srgbClr val="FFFFFF"/>
                </a:solidFill>
                <a:latin typeface="Arial"/>
                <a:ea typeface="B Nazanin"/>
                <a:cs typeface="B Nazanin"/>
              </a:rPr>
              <a:t>1</a:t>
            </a:r>
          </a:p>
        </p:txBody>
      </p:sp>
      <p:sp>
        <p:nvSpPr>
          <p:cNvPr id="16" name="1"/>
          <p:cNvSpPr/>
          <p:nvPr/>
        </p:nvSpPr>
        <p:spPr>
          <a:xfrm>
            <a:off x="4023360" y="1444752"/>
            <a:ext cx="566928" cy="365760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1"/>
            <a:r>
              <a:rPr sz="1100" b="0" i="0">
                <a:solidFill>
                  <a:srgbClr val="FFFFFF"/>
                </a:solidFill>
                <a:latin typeface="Arial"/>
                <a:ea typeface="B Nazanin"/>
                <a:cs typeface="B Nazanin"/>
              </a:rPr>
              <a:t>1</a:t>
            </a:r>
          </a:p>
        </p:txBody>
      </p:sp>
      <p:sp>
        <p:nvSpPr>
          <p:cNvPr id="17" name="1"/>
          <p:cNvSpPr/>
          <p:nvPr/>
        </p:nvSpPr>
        <p:spPr>
          <a:xfrm>
            <a:off x="1051560" y="1837944"/>
            <a:ext cx="566928" cy="365760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1"/>
            <a:r>
              <a:rPr sz="1100" b="0" i="0">
                <a:solidFill>
                  <a:srgbClr val="FFFFFF"/>
                </a:solidFill>
                <a:latin typeface="Arial"/>
                <a:ea typeface="B Nazanin"/>
                <a:cs typeface="B Nazanin"/>
              </a:rPr>
              <a:t>1</a:t>
            </a:r>
          </a:p>
        </p:txBody>
      </p:sp>
      <p:sp>
        <p:nvSpPr>
          <p:cNvPr id="18" name="1"/>
          <p:cNvSpPr/>
          <p:nvPr/>
        </p:nvSpPr>
        <p:spPr>
          <a:xfrm>
            <a:off x="1645920" y="1837944"/>
            <a:ext cx="566928" cy="365760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1"/>
            <a:r>
              <a:rPr sz="1100" b="0" i="0">
                <a:solidFill>
                  <a:srgbClr val="FFFFFF"/>
                </a:solidFill>
                <a:latin typeface="Arial"/>
                <a:ea typeface="B Nazanin"/>
                <a:cs typeface="B Nazanin"/>
              </a:rPr>
              <a:t>1</a:t>
            </a:r>
          </a:p>
        </p:txBody>
      </p:sp>
      <p:sp>
        <p:nvSpPr>
          <p:cNvPr id="19" name="1"/>
          <p:cNvSpPr/>
          <p:nvPr/>
        </p:nvSpPr>
        <p:spPr>
          <a:xfrm>
            <a:off x="2240280" y="1837944"/>
            <a:ext cx="566928" cy="365760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1"/>
            <a:r>
              <a:rPr sz="1100" b="0" i="0">
                <a:solidFill>
                  <a:srgbClr val="FFFFFF"/>
                </a:solidFill>
                <a:latin typeface="Arial"/>
                <a:ea typeface="B Nazanin"/>
                <a:cs typeface="B Nazanin"/>
              </a:rPr>
              <a:t>1</a:t>
            </a:r>
          </a:p>
        </p:txBody>
      </p:sp>
      <p:sp>
        <p:nvSpPr>
          <p:cNvPr id="20" name="1"/>
          <p:cNvSpPr/>
          <p:nvPr/>
        </p:nvSpPr>
        <p:spPr>
          <a:xfrm>
            <a:off x="2834640" y="1837944"/>
            <a:ext cx="566928" cy="365760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1"/>
            <a:r>
              <a:rPr sz="1100" b="0" i="0">
                <a:solidFill>
                  <a:srgbClr val="FFFFFF"/>
                </a:solidFill>
                <a:latin typeface="Arial"/>
                <a:ea typeface="B Nazanin"/>
                <a:cs typeface="B Nazanin"/>
              </a:rPr>
              <a:t>1</a:t>
            </a:r>
          </a:p>
        </p:txBody>
      </p:sp>
      <p:sp>
        <p:nvSpPr>
          <p:cNvPr id="21" name="1"/>
          <p:cNvSpPr/>
          <p:nvPr/>
        </p:nvSpPr>
        <p:spPr>
          <a:xfrm>
            <a:off x="3429000" y="1837944"/>
            <a:ext cx="566928" cy="365760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1"/>
            <a:r>
              <a:rPr sz="1100" b="0" i="0">
                <a:solidFill>
                  <a:srgbClr val="FFFFFF"/>
                </a:solidFill>
                <a:latin typeface="Arial"/>
                <a:ea typeface="B Nazanin"/>
                <a:cs typeface="B Nazanin"/>
              </a:rPr>
              <a:t>1</a:t>
            </a:r>
          </a:p>
        </p:txBody>
      </p:sp>
      <p:sp>
        <p:nvSpPr>
          <p:cNvPr id="22" name="1"/>
          <p:cNvSpPr/>
          <p:nvPr/>
        </p:nvSpPr>
        <p:spPr>
          <a:xfrm>
            <a:off x="4023360" y="1837944"/>
            <a:ext cx="566928" cy="365760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1"/>
            <a:r>
              <a:rPr sz="1100" b="0" i="0">
                <a:solidFill>
                  <a:srgbClr val="FFFFFF"/>
                </a:solidFill>
                <a:latin typeface="Arial"/>
                <a:ea typeface="B Nazanin"/>
                <a:cs typeface="B Nazanin"/>
              </a:rPr>
              <a:t>1</a:t>
            </a:r>
          </a:p>
        </p:txBody>
      </p:sp>
      <p:sp>
        <p:nvSpPr>
          <p:cNvPr id="23" name="1"/>
          <p:cNvSpPr/>
          <p:nvPr/>
        </p:nvSpPr>
        <p:spPr>
          <a:xfrm>
            <a:off x="1051560" y="2231136"/>
            <a:ext cx="566928" cy="365760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1"/>
            <a:r>
              <a:rPr sz="1100" b="0" i="0">
                <a:solidFill>
                  <a:srgbClr val="FFFFFF"/>
                </a:solidFill>
                <a:latin typeface="Arial"/>
                <a:ea typeface="B Nazanin"/>
                <a:cs typeface="B Nazanin"/>
              </a:rPr>
              <a:t>1</a:t>
            </a:r>
          </a:p>
        </p:txBody>
      </p:sp>
      <p:sp>
        <p:nvSpPr>
          <p:cNvPr id="24" name="1"/>
          <p:cNvSpPr/>
          <p:nvPr/>
        </p:nvSpPr>
        <p:spPr>
          <a:xfrm>
            <a:off x="1645920" y="2231136"/>
            <a:ext cx="566928" cy="365760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1"/>
            <a:r>
              <a:rPr sz="1100" b="0" i="0">
                <a:solidFill>
                  <a:srgbClr val="FFFFFF"/>
                </a:solidFill>
                <a:latin typeface="Arial"/>
                <a:ea typeface="B Nazanin"/>
                <a:cs typeface="B Nazanin"/>
              </a:rPr>
              <a:t>1</a:t>
            </a:r>
          </a:p>
        </p:txBody>
      </p:sp>
      <p:sp>
        <p:nvSpPr>
          <p:cNvPr id="25" name="1"/>
          <p:cNvSpPr/>
          <p:nvPr/>
        </p:nvSpPr>
        <p:spPr>
          <a:xfrm>
            <a:off x="2240280" y="2231136"/>
            <a:ext cx="566928" cy="365760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1"/>
            <a:r>
              <a:rPr sz="1100" b="0" i="0">
                <a:solidFill>
                  <a:srgbClr val="FFFFFF"/>
                </a:solidFill>
                <a:latin typeface="Arial"/>
                <a:ea typeface="B Nazanin"/>
                <a:cs typeface="B Nazanin"/>
              </a:rPr>
              <a:t>1</a:t>
            </a:r>
          </a:p>
        </p:txBody>
      </p:sp>
      <p:sp>
        <p:nvSpPr>
          <p:cNvPr id="26" name="1"/>
          <p:cNvSpPr/>
          <p:nvPr/>
        </p:nvSpPr>
        <p:spPr>
          <a:xfrm>
            <a:off x="2834640" y="2231136"/>
            <a:ext cx="566928" cy="365760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1"/>
            <a:r>
              <a:rPr sz="1100" b="0" i="0">
                <a:solidFill>
                  <a:srgbClr val="FFFFFF"/>
                </a:solidFill>
                <a:latin typeface="Arial"/>
                <a:ea typeface="B Nazanin"/>
                <a:cs typeface="B Nazanin"/>
              </a:rPr>
              <a:t>1</a:t>
            </a:r>
          </a:p>
        </p:txBody>
      </p:sp>
      <p:sp>
        <p:nvSpPr>
          <p:cNvPr id="27" name="1"/>
          <p:cNvSpPr/>
          <p:nvPr/>
        </p:nvSpPr>
        <p:spPr>
          <a:xfrm>
            <a:off x="3429000" y="2231136"/>
            <a:ext cx="566928" cy="365760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1"/>
            <a:r>
              <a:rPr sz="1100" b="0" i="0">
                <a:solidFill>
                  <a:srgbClr val="FFFFFF"/>
                </a:solidFill>
                <a:latin typeface="Arial"/>
                <a:ea typeface="B Nazanin"/>
                <a:cs typeface="B Nazanin"/>
              </a:rPr>
              <a:t>1</a:t>
            </a:r>
          </a:p>
        </p:txBody>
      </p:sp>
      <p:sp>
        <p:nvSpPr>
          <p:cNvPr id="28" name="1"/>
          <p:cNvSpPr/>
          <p:nvPr/>
        </p:nvSpPr>
        <p:spPr>
          <a:xfrm>
            <a:off x="4023360" y="2231136"/>
            <a:ext cx="566928" cy="365760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1"/>
            <a:r>
              <a:rPr sz="1100" b="0" i="0">
                <a:solidFill>
                  <a:srgbClr val="FFFFFF"/>
                </a:solidFill>
                <a:latin typeface="Arial"/>
                <a:ea typeface="B Nazanin"/>
                <a:cs typeface="B Nazanin"/>
              </a:rPr>
              <a:t>1</a:t>
            </a:r>
          </a:p>
        </p:txBody>
      </p:sp>
      <p:sp>
        <p:nvSpPr>
          <p:cNvPr id="29" name="1"/>
          <p:cNvSpPr/>
          <p:nvPr/>
        </p:nvSpPr>
        <p:spPr>
          <a:xfrm>
            <a:off x="1051560" y="2624328"/>
            <a:ext cx="566928" cy="365760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1"/>
            <a:r>
              <a:rPr sz="1100" b="0" i="0">
                <a:solidFill>
                  <a:srgbClr val="FFFFFF"/>
                </a:solidFill>
                <a:latin typeface="Arial"/>
                <a:ea typeface="B Nazanin"/>
                <a:cs typeface="B Nazanin"/>
              </a:rPr>
              <a:t>1</a:t>
            </a:r>
          </a:p>
        </p:txBody>
      </p:sp>
      <p:sp>
        <p:nvSpPr>
          <p:cNvPr id="30" name="1"/>
          <p:cNvSpPr/>
          <p:nvPr/>
        </p:nvSpPr>
        <p:spPr>
          <a:xfrm>
            <a:off x="1645920" y="2624328"/>
            <a:ext cx="566928" cy="365760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1"/>
            <a:r>
              <a:rPr sz="1100" b="0" i="0">
                <a:solidFill>
                  <a:srgbClr val="FFFFFF"/>
                </a:solidFill>
                <a:latin typeface="Arial"/>
                <a:ea typeface="B Nazanin"/>
                <a:cs typeface="B Nazanin"/>
              </a:rPr>
              <a:t>1</a:t>
            </a:r>
          </a:p>
        </p:txBody>
      </p:sp>
      <p:sp>
        <p:nvSpPr>
          <p:cNvPr id="31" name="1"/>
          <p:cNvSpPr/>
          <p:nvPr/>
        </p:nvSpPr>
        <p:spPr>
          <a:xfrm>
            <a:off x="2240280" y="2624328"/>
            <a:ext cx="566928" cy="365760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1"/>
            <a:r>
              <a:rPr sz="1100" b="0" i="0">
                <a:solidFill>
                  <a:srgbClr val="FFFFFF"/>
                </a:solidFill>
                <a:latin typeface="Arial"/>
                <a:ea typeface="B Nazanin"/>
                <a:cs typeface="B Nazanin"/>
              </a:rPr>
              <a:t>1</a:t>
            </a:r>
          </a:p>
        </p:txBody>
      </p:sp>
      <p:sp>
        <p:nvSpPr>
          <p:cNvPr id="32" name="1"/>
          <p:cNvSpPr/>
          <p:nvPr/>
        </p:nvSpPr>
        <p:spPr>
          <a:xfrm>
            <a:off x="2834640" y="2624328"/>
            <a:ext cx="566928" cy="365760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1"/>
            <a:r>
              <a:rPr sz="1100" b="0" i="0">
                <a:solidFill>
                  <a:srgbClr val="FFFFFF"/>
                </a:solidFill>
                <a:latin typeface="Arial"/>
                <a:ea typeface="B Nazanin"/>
                <a:cs typeface="B Nazanin"/>
              </a:rPr>
              <a:t>1</a:t>
            </a:r>
          </a:p>
        </p:txBody>
      </p:sp>
      <p:sp>
        <p:nvSpPr>
          <p:cNvPr id="33" name="1"/>
          <p:cNvSpPr/>
          <p:nvPr/>
        </p:nvSpPr>
        <p:spPr>
          <a:xfrm>
            <a:off x="3429000" y="2624328"/>
            <a:ext cx="566928" cy="365760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1"/>
            <a:r>
              <a:rPr sz="1100" b="0" i="0">
                <a:solidFill>
                  <a:srgbClr val="FFFFFF"/>
                </a:solidFill>
                <a:latin typeface="Arial"/>
                <a:ea typeface="B Nazanin"/>
                <a:cs typeface="B Nazanin"/>
              </a:rPr>
              <a:t>1</a:t>
            </a:r>
          </a:p>
        </p:txBody>
      </p:sp>
      <p:sp>
        <p:nvSpPr>
          <p:cNvPr id="34" name="1"/>
          <p:cNvSpPr/>
          <p:nvPr/>
        </p:nvSpPr>
        <p:spPr>
          <a:xfrm>
            <a:off x="4023360" y="2624328"/>
            <a:ext cx="566928" cy="365760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1"/>
            <a:r>
              <a:rPr sz="1100" b="0" i="0">
                <a:solidFill>
                  <a:srgbClr val="FFFFFF"/>
                </a:solidFill>
                <a:latin typeface="Arial"/>
                <a:ea typeface="B Nazanin"/>
                <a:cs typeface="B Nazanin"/>
              </a:rPr>
              <a:t>1</a:t>
            </a:r>
          </a:p>
        </p:txBody>
      </p:sp>
      <p:sp>
        <p:nvSpPr>
          <p:cNvPr id="35" name="1"/>
          <p:cNvSpPr/>
          <p:nvPr/>
        </p:nvSpPr>
        <p:spPr>
          <a:xfrm>
            <a:off x="1051560" y="3017520"/>
            <a:ext cx="566928" cy="365760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1"/>
            <a:r>
              <a:rPr sz="1100" b="0" i="0">
                <a:solidFill>
                  <a:srgbClr val="FFFFFF"/>
                </a:solidFill>
                <a:latin typeface="Arial"/>
                <a:ea typeface="B Nazanin"/>
                <a:cs typeface="B Nazanin"/>
              </a:rPr>
              <a:t>1</a:t>
            </a:r>
          </a:p>
        </p:txBody>
      </p:sp>
      <p:sp>
        <p:nvSpPr>
          <p:cNvPr id="36" name="1"/>
          <p:cNvSpPr/>
          <p:nvPr/>
        </p:nvSpPr>
        <p:spPr>
          <a:xfrm>
            <a:off x="1645920" y="3017520"/>
            <a:ext cx="566928" cy="365760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1"/>
            <a:r>
              <a:rPr sz="1100" b="0" i="0">
                <a:solidFill>
                  <a:srgbClr val="FFFFFF"/>
                </a:solidFill>
                <a:latin typeface="Arial"/>
                <a:ea typeface="B Nazanin"/>
                <a:cs typeface="B Nazanin"/>
              </a:rPr>
              <a:t>1</a:t>
            </a:r>
          </a:p>
        </p:txBody>
      </p:sp>
      <p:sp>
        <p:nvSpPr>
          <p:cNvPr id="37" name="1"/>
          <p:cNvSpPr/>
          <p:nvPr/>
        </p:nvSpPr>
        <p:spPr>
          <a:xfrm>
            <a:off x="2240280" y="3017520"/>
            <a:ext cx="566928" cy="365760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1"/>
            <a:r>
              <a:rPr sz="1100" b="0" i="0">
                <a:solidFill>
                  <a:srgbClr val="FFFFFF"/>
                </a:solidFill>
                <a:latin typeface="Arial"/>
                <a:ea typeface="B Nazanin"/>
                <a:cs typeface="B Nazanin"/>
              </a:rPr>
              <a:t>1</a:t>
            </a:r>
          </a:p>
        </p:txBody>
      </p:sp>
      <p:sp>
        <p:nvSpPr>
          <p:cNvPr id="38" name="1"/>
          <p:cNvSpPr/>
          <p:nvPr/>
        </p:nvSpPr>
        <p:spPr>
          <a:xfrm>
            <a:off x="2834640" y="3017520"/>
            <a:ext cx="566928" cy="365760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1"/>
            <a:r>
              <a:rPr sz="1100" b="0" i="0">
                <a:solidFill>
                  <a:srgbClr val="FFFFFF"/>
                </a:solidFill>
                <a:latin typeface="Arial"/>
                <a:ea typeface="B Nazanin"/>
                <a:cs typeface="B Nazanin"/>
              </a:rPr>
              <a:t>1</a:t>
            </a:r>
          </a:p>
        </p:txBody>
      </p:sp>
      <p:sp>
        <p:nvSpPr>
          <p:cNvPr id="39" name="1"/>
          <p:cNvSpPr/>
          <p:nvPr/>
        </p:nvSpPr>
        <p:spPr>
          <a:xfrm>
            <a:off x="3429000" y="3017520"/>
            <a:ext cx="566928" cy="365760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1"/>
            <a:r>
              <a:rPr sz="1100" b="0" i="0">
                <a:solidFill>
                  <a:srgbClr val="FFFFFF"/>
                </a:solidFill>
                <a:latin typeface="Arial"/>
                <a:ea typeface="B Nazanin"/>
                <a:cs typeface="B Nazanin"/>
              </a:rPr>
              <a:t>1</a:t>
            </a:r>
          </a:p>
        </p:txBody>
      </p:sp>
      <p:sp>
        <p:nvSpPr>
          <p:cNvPr id="40" name="1"/>
          <p:cNvSpPr/>
          <p:nvPr/>
        </p:nvSpPr>
        <p:spPr>
          <a:xfrm>
            <a:off x="4023360" y="3017520"/>
            <a:ext cx="566928" cy="365760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1"/>
            <a:r>
              <a:rPr sz="1100" b="0" i="0">
                <a:solidFill>
                  <a:srgbClr val="FFFFFF"/>
                </a:solidFill>
                <a:latin typeface="Arial"/>
                <a:ea typeface="B Nazanin"/>
                <a:cs typeface="B Nazanin"/>
              </a:rPr>
              <a:t>1</a:t>
            </a:r>
          </a:p>
        </p:txBody>
      </p:sp>
      <p:sp>
        <p:nvSpPr>
          <p:cNvPr id="41" name="txt 0"/>
          <p:cNvSpPr txBox="1"/>
          <p:nvPr/>
        </p:nvSpPr>
        <p:spPr>
          <a:xfrm>
            <a:off x="1051560" y="3429000"/>
            <a:ext cx="56692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/>
            <a:r>
              <a:rPr sz="1000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0</a:t>
            </a:r>
          </a:p>
        </p:txBody>
      </p:sp>
      <p:sp>
        <p:nvSpPr>
          <p:cNvPr id="42" name="txt 1"/>
          <p:cNvSpPr txBox="1"/>
          <p:nvPr/>
        </p:nvSpPr>
        <p:spPr>
          <a:xfrm>
            <a:off x="1645920" y="3429000"/>
            <a:ext cx="56692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/>
            <a:r>
              <a:rPr sz="1000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1</a:t>
            </a:r>
          </a:p>
        </p:txBody>
      </p:sp>
      <p:sp>
        <p:nvSpPr>
          <p:cNvPr id="43" name="txt 2"/>
          <p:cNvSpPr txBox="1"/>
          <p:nvPr/>
        </p:nvSpPr>
        <p:spPr>
          <a:xfrm>
            <a:off x="2240280" y="3429000"/>
            <a:ext cx="56692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/>
            <a:r>
              <a:rPr sz="1000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2</a:t>
            </a:r>
          </a:p>
        </p:txBody>
      </p:sp>
      <p:sp>
        <p:nvSpPr>
          <p:cNvPr id="44" name="txt 3"/>
          <p:cNvSpPr txBox="1"/>
          <p:nvPr/>
        </p:nvSpPr>
        <p:spPr>
          <a:xfrm>
            <a:off x="2834640" y="3429000"/>
            <a:ext cx="56692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/>
            <a:r>
              <a:rPr sz="1000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3</a:t>
            </a:r>
          </a:p>
        </p:txBody>
      </p:sp>
      <p:sp>
        <p:nvSpPr>
          <p:cNvPr id="45" name="txt 4"/>
          <p:cNvSpPr txBox="1"/>
          <p:nvPr/>
        </p:nvSpPr>
        <p:spPr>
          <a:xfrm>
            <a:off x="3429000" y="3429000"/>
            <a:ext cx="56692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/>
            <a:r>
              <a:rPr sz="1000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4</a:t>
            </a:r>
          </a:p>
        </p:txBody>
      </p:sp>
      <p:sp>
        <p:nvSpPr>
          <p:cNvPr id="46" name="txt 5"/>
          <p:cNvSpPr txBox="1"/>
          <p:nvPr/>
        </p:nvSpPr>
        <p:spPr>
          <a:xfrm>
            <a:off x="4023360" y="3429000"/>
            <a:ext cx="56692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/>
            <a:r>
              <a:rPr sz="1000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5</a:t>
            </a:r>
          </a:p>
        </p:txBody>
      </p:sp>
      <p:sp>
        <p:nvSpPr>
          <p:cNvPr id="47" name="txt 0"/>
          <p:cNvSpPr txBox="1"/>
          <p:nvPr/>
        </p:nvSpPr>
        <p:spPr>
          <a:xfrm>
            <a:off x="594360" y="1051560"/>
            <a:ext cx="411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/>
            <a:r>
              <a:rPr sz="1000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0</a:t>
            </a:r>
          </a:p>
        </p:txBody>
      </p:sp>
      <p:sp>
        <p:nvSpPr>
          <p:cNvPr id="48" name="txt 1"/>
          <p:cNvSpPr txBox="1"/>
          <p:nvPr/>
        </p:nvSpPr>
        <p:spPr>
          <a:xfrm>
            <a:off x="594360" y="1444752"/>
            <a:ext cx="411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/>
            <a:r>
              <a:rPr sz="1000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1</a:t>
            </a:r>
          </a:p>
        </p:txBody>
      </p:sp>
      <p:sp>
        <p:nvSpPr>
          <p:cNvPr id="49" name="txt 2"/>
          <p:cNvSpPr txBox="1"/>
          <p:nvPr/>
        </p:nvSpPr>
        <p:spPr>
          <a:xfrm>
            <a:off x="594360" y="1837944"/>
            <a:ext cx="411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/>
            <a:r>
              <a:rPr sz="1000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2</a:t>
            </a:r>
          </a:p>
        </p:txBody>
      </p:sp>
      <p:sp>
        <p:nvSpPr>
          <p:cNvPr id="50" name="txt 3"/>
          <p:cNvSpPr txBox="1"/>
          <p:nvPr/>
        </p:nvSpPr>
        <p:spPr>
          <a:xfrm>
            <a:off x="594360" y="2231136"/>
            <a:ext cx="411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/>
            <a:r>
              <a:rPr sz="1000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3</a:t>
            </a:r>
          </a:p>
        </p:txBody>
      </p:sp>
      <p:sp>
        <p:nvSpPr>
          <p:cNvPr id="51" name="txt 4"/>
          <p:cNvSpPr txBox="1"/>
          <p:nvPr/>
        </p:nvSpPr>
        <p:spPr>
          <a:xfrm>
            <a:off x="594360" y="2624328"/>
            <a:ext cx="411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/>
            <a:r>
              <a:rPr sz="1000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4</a:t>
            </a:r>
          </a:p>
        </p:txBody>
      </p:sp>
      <p:sp>
        <p:nvSpPr>
          <p:cNvPr id="52" name="txt 5"/>
          <p:cNvSpPr txBox="1"/>
          <p:nvPr/>
        </p:nvSpPr>
        <p:spPr>
          <a:xfrm>
            <a:off x="594360" y="3017520"/>
            <a:ext cx="411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/>
            <a:r>
              <a:rPr sz="1000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5</a:t>
            </a:r>
          </a:p>
        </p:txBody>
      </p:sp>
      <p:sp>
        <p:nvSpPr>
          <p:cNvPr id="53" name="txt Key (موقعیت)"/>
          <p:cNvSpPr txBox="1"/>
          <p:nvPr/>
        </p:nvSpPr>
        <p:spPr>
          <a:xfrm>
            <a:off x="1051560" y="3685032"/>
            <a:ext cx="353872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/>
            <a:r>
              <a:rPr sz="1000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Key (موقعیت)</a:t>
            </a:r>
          </a:p>
        </p:txBody>
      </p:sp>
      <p:sp>
        <p:nvSpPr>
          <p:cNvPr id="54" name="txt Query (موقعیت)"/>
          <p:cNvSpPr txBox="1"/>
          <p:nvPr/>
        </p:nvSpPr>
        <p:spPr>
          <a:xfrm rot="16200000">
            <a:off x="45720" y="2002536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/>
            <a:r>
              <a:rPr sz="1000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Query (موقعیت)</a:t>
            </a:r>
          </a:p>
        </p:txBody>
      </p:sp>
      <p:sp>
        <p:nvSpPr>
          <p:cNvPr id="55" name="1"/>
          <p:cNvSpPr/>
          <p:nvPr/>
        </p:nvSpPr>
        <p:spPr>
          <a:xfrm>
            <a:off x="5120640" y="1051560"/>
            <a:ext cx="566928" cy="365760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1"/>
            <a:r>
              <a:rPr sz="1100" b="0" i="0">
                <a:solidFill>
                  <a:srgbClr val="FFFFFF"/>
                </a:solidFill>
                <a:latin typeface="Arial"/>
                <a:ea typeface="B Nazanin"/>
                <a:cs typeface="B Nazanin"/>
              </a:rPr>
              <a:t>1</a:t>
            </a:r>
          </a:p>
        </p:txBody>
      </p:sp>
      <p:sp>
        <p:nvSpPr>
          <p:cNvPr id="56" name="−∞"/>
          <p:cNvSpPr/>
          <p:nvPr/>
        </p:nvSpPr>
        <p:spPr>
          <a:xfrm>
            <a:off x="5715000" y="1051560"/>
            <a:ext cx="566928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1"/>
            <a:r>
              <a:rPr sz="1100" b="0" i="0">
                <a:solidFill>
                  <a:srgbClr val="C00000"/>
                </a:solidFill>
                <a:latin typeface="Arial"/>
                <a:ea typeface="B Nazanin"/>
                <a:cs typeface="B Nazanin"/>
              </a:rPr>
              <a:t>−∞</a:t>
            </a:r>
          </a:p>
        </p:txBody>
      </p:sp>
      <p:sp>
        <p:nvSpPr>
          <p:cNvPr id="57" name="−∞"/>
          <p:cNvSpPr/>
          <p:nvPr/>
        </p:nvSpPr>
        <p:spPr>
          <a:xfrm>
            <a:off x="6309360" y="1051560"/>
            <a:ext cx="566928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1"/>
            <a:r>
              <a:rPr sz="1100" b="0" i="0">
                <a:solidFill>
                  <a:srgbClr val="C00000"/>
                </a:solidFill>
                <a:latin typeface="Arial"/>
                <a:ea typeface="B Nazanin"/>
                <a:cs typeface="B Nazanin"/>
              </a:rPr>
              <a:t>−∞</a:t>
            </a:r>
          </a:p>
        </p:txBody>
      </p:sp>
      <p:sp>
        <p:nvSpPr>
          <p:cNvPr id="58" name="−∞"/>
          <p:cNvSpPr/>
          <p:nvPr/>
        </p:nvSpPr>
        <p:spPr>
          <a:xfrm>
            <a:off x="6903720" y="1051560"/>
            <a:ext cx="566928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1"/>
            <a:r>
              <a:rPr sz="1100" b="0" i="0">
                <a:solidFill>
                  <a:srgbClr val="C00000"/>
                </a:solidFill>
                <a:latin typeface="Arial"/>
                <a:ea typeface="B Nazanin"/>
                <a:cs typeface="B Nazanin"/>
              </a:rPr>
              <a:t>−∞</a:t>
            </a:r>
          </a:p>
        </p:txBody>
      </p:sp>
      <p:sp>
        <p:nvSpPr>
          <p:cNvPr id="59" name="−∞"/>
          <p:cNvSpPr/>
          <p:nvPr/>
        </p:nvSpPr>
        <p:spPr>
          <a:xfrm>
            <a:off x="7498080" y="1051560"/>
            <a:ext cx="566928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1"/>
            <a:r>
              <a:rPr sz="1100" b="0" i="0">
                <a:solidFill>
                  <a:srgbClr val="C00000"/>
                </a:solidFill>
                <a:latin typeface="Arial"/>
                <a:ea typeface="B Nazanin"/>
                <a:cs typeface="B Nazanin"/>
              </a:rPr>
              <a:t>−∞</a:t>
            </a:r>
          </a:p>
        </p:txBody>
      </p:sp>
      <p:sp>
        <p:nvSpPr>
          <p:cNvPr id="60" name="−∞"/>
          <p:cNvSpPr/>
          <p:nvPr/>
        </p:nvSpPr>
        <p:spPr>
          <a:xfrm>
            <a:off x="8092440" y="1051560"/>
            <a:ext cx="566928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1"/>
            <a:r>
              <a:rPr sz="1100" b="0" i="0">
                <a:solidFill>
                  <a:srgbClr val="C00000"/>
                </a:solidFill>
                <a:latin typeface="Arial"/>
                <a:ea typeface="B Nazanin"/>
                <a:cs typeface="B Nazanin"/>
              </a:rPr>
              <a:t>−∞</a:t>
            </a:r>
          </a:p>
        </p:txBody>
      </p:sp>
      <p:sp>
        <p:nvSpPr>
          <p:cNvPr id="61" name="1"/>
          <p:cNvSpPr/>
          <p:nvPr/>
        </p:nvSpPr>
        <p:spPr>
          <a:xfrm>
            <a:off x="5120640" y="1444752"/>
            <a:ext cx="566928" cy="365760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1"/>
            <a:r>
              <a:rPr sz="1100" b="0" i="0">
                <a:solidFill>
                  <a:srgbClr val="FFFFFF"/>
                </a:solidFill>
                <a:latin typeface="Arial"/>
                <a:ea typeface="B Nazanin"/>
                <a:cs typeface="B Nazanin"/>
              </a:rPr>
              <a:t>1</a:t>
            </a:r>
          </a:p>
        </p:txBody>
      </p:sp>
      <p:sp>
        <p:nvSpPr>
          <p:cNvPr id="62" name="1"/>
          <p:cNvSpPr/>
          <p:nvPr/>
        </p:nvSpPr>
        <p:spPr>
          <a:xfrm>
            <a:off x="5715000" y="1444752"/>
            <a:ext cx="566928" cy="365760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1"/>
            <a:r>
              <a:rPr sz="1100" b="0" i="0">
                <a:solidFill>
                  <a:srgbClr val="FFFFFF"/>
                </a:solidFill>
                <a:latin typeface="Arial"/>
                <a:ea typeface="B Nazanin"/>
                <a:cs typeface="B Nazanin"/>
              </a:rPr>
              <a:t>1</a:t>
            </a:r>
          </a:p>
        </p:txBody>
      </p:sp>
      <p:sp>
        <p:nvSpPr>
          <p:cNvPr id="63" name="−∞"/>
          <p:cNvSpPr/>
          <p:nvPr/>
        </p:nvSpPr>
        <p:spPr>
          <a:xfrm>
            <a:off x="6309360" y="1444752"/>
            <a:ext cx="566928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1"/>
            <a:r>
              <a:rPr sz="1100" b="0" i="0">
                <a:solidFill>
                  <a:srgbClr val="C00000"/>
                </a:solidFill>
                <a:latin typeface="Arial"/>
                <a:ea typeface="B Nazanin"/>
                <a:cs typeface="B Nazanin"/>
              </a:rPr>
              <a:t>−∞</a:t>
            </a:r>
          </a:p>
        </p:txBody>
      </p:sp>
      <p:sp>
        <p:nvSpPr>
          <p:cNvPr id="64" name="−∞"/>
          <p:cNvSpPr/>
          <p:nvPr/>
        </p:nvSpPr>
        <p:spPr>
          <a:xfrm>
            <a:off x="6903720" y="1444752"/>
            <a:ext cx="566928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1"/>
            <a:r>
              <a:rPr sz="1100" b="0" i="0">
                <a:solidFill>
                  <a:srgbClr val="C00000"/>
                </a:solidFill>
                <a:latin typeface="Arial"/>
                <a:ea typeface="B Nazanin"/>
                <a:cs typeface="B Nazanin"/>
              </a:rPr>
              <a:t>−∞</a:t>
            </a:r>
          </a:p>
        </p:txBody>
      </p:sp>
      <p:sp>
        <p:nvSpPr>
          <p:cNvPr id="65" name="−∞"/>
          <p:cNvSpPr/>
          <p:nvPr/>
        </p:nvSpPr>
        <p:spPr>
          <a:xfrm>
            <a:off x="7498080" y="1444752"/>
            <a:ext cx="566928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1"/>
            <a:r>
              <a:rPr sz="1100" b="0" i="0">
                <a:solidFill>
                  <a:srgbClr val="C00000"/>
                </a:solidFill>
                <a:latin typeface="Arial"/>
                <a:ea typeface="B Nazanin"/>
                <a:cs typeface="B Nazanin"/>
              </a:rPr>
              <a:t>−∞</a:t>
            </a:r>
          </a:p>
        </p:txBody>
      </p:sp>
      <p:sp>
        <p:nvSpPr>
          <p:cNvPr id="66" name="−∞"/>
          <p:cNvSpPr/>
          <p:nvPr/>
        </p:nvSpPr>
        <p:spPr>
          <a:xfrm>
            <a:off x="8092440" y="1444752"/>
            <a:ext cx="566928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1"/>
            <a:r>
              <a:rPr sz="1100" b="0" i="0">
                <a:solidFill>
                  <a:srgbClr val="C00000"/>
                </a:solidFill>
                <a:latin typeface="Arial"/>
                <a:ea typeface="B Nazanin"/>
                <a:cs typeface="B Nazanin"/>
              </a:rPr>
              <a:t>−∞</a:t>
            </a:r>
          </a:p>
        </p:txBody>
      </p:sp>
      <p:sp>
        <p:nvSpPr>
          <p:cNvPr id="67" name="1"/>
          <p:cNvSpPr/>
          <p:nvPr/>
        </p:nvSpPr>
        <p:spPr>
          <a:xfrm>
            <a:off x="5120640" y="1837944"/>
            <a:ext cx="566928" cy="365760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1"/>
            <a:r>
              <a:rPr sz="1100" b="0" i="0">
                <a:solidFill>
                  <a:srgbClr val="FFFFFF"/>
                </a:solidFill>
                <a:latin typeface="Arial"/>
                <a:ea typeface="B Nazanin"/>
                <a:cs typeface="B Nazanin"/>
              </a:rPr>
              <a:t>1</a:t>
            </a:r>
          </a:p>
        </p:txBody>
      </p:sp>
      <p:sp>
        <p:nvSpPr>
          <p:cNvPr id="68" name="1"/>
          <p:cNvSpPr/>
          <p:nvPr/>
        </p:nvSpPr>
        <p:spPr>
          <a:xfrm>
            <a:off x="5715000" y="1837944"/>
            <a:ext cx="566928" cy="365760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1"/>
            <a:r>
              <a:rPr sz="1100" b="0" i="0">
                <a:solidFill>
                  <a:srgbClr val="FFFFFF"/>
                </a:solidFill>
                <a:latin typeface="Arial"/>
                <a:ea typeface="B Nazanin"/>
                <a:cs typeface="B Nazanin"/>
              </a:rPr>
              <a:t>1</a:t>
            </a:r>
          </a:p>
        </p:txBody>
      </p:sp>
      <p:sp>
        <p:nvSpPr>
          <p:cNvPr id="69" name="1"/>
          <p:cNvSpPr/>
          <p:nvPr/>
        </p:nvSpPr>
        <p:spPr>
          <a:xfrm>
            <a:off x="6309360" y="1837944"/>
            <a:ext cx="566928" cy="365760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1"/>
            <a:r>
              <a:rPr sz="1100" b="0" i="0">
                <a:solidFill>
                  <a:srgbClr val="FFFFFF"/>
                </a:solidFill>
                <a:latin typeface="Arial"/>
                <a:ea typeface="B Nazanin"/>
                <a:cs typeface="B Nazanin"/>
              </a:rPr>
              <a:t>1</a:t>
            </a:r>
          </a:p>
        </p:txBody>
      </p:sp>
      <p:sp>
        <p:nvSpPr>
          <p:cNvPr id="70" name="−∞"/>
          <p:cNvSpPr/>
          <p:nvPr/>
        </p:nvSpPr>
        <p:spPr>
          <a:xfrm>
            <a:off x="6903720" y="1837944"/>
            <a:ext cx="566928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1"/>
            <a:r>
              <a:rPr sz="1100" b="0" i="0">
                <a:solidFill>
                  <a:srgbClr val="C00000"/>
                </a:solidFill>
                <a:latin typeface="Arial"/>
                <a:ea typeface="B Nazanin"/>
                <a:cs typeface="B Nazanin"/>
              </a:rPr>
              <a:t>−∞</a:t>
            </a:r>
          </a:p>
        </p:txBody>
      </p:sp>
      <p:sp>
        <p:nvSpPr>
          <p:cNvPr id="71" name="−∞"/>
          <p:cNvSpPr/>
          <p:nvPr/>
        </p:nvSpPr>
        <p:spPr>
          <a:xfrm>
            <a:off x="7498080" y="1837944"/>
            <a:ext cx="566928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1"/>
            <a:r>
              <a:rPr sz="1100" b="0" i="0">
                <a:solidFill>
                  <a:srgbClr val="C00000"/>
                </a:solidFill>
                <a:latin typeface="Arial"/>
                <a:ea typeface="B Nazanin"/>
                <a:cs typeface="B Nazanin"/>
              </a:rPr>
              <a:t>−∞</a:t>
            </a:r>
          </a:p>
        </p:txBody>
      </p:sp>
      <p:sp>
        <p:nvSpPr>
          <p:cNvPr id="72" name="−∞"/>
          <p:cNvSpPr/>
          <p:nvPr/>
        </p:nvSpPr>
        <p:spPr>
          <a:xfrm>
            <a:off x="8092440" y="1837944"/>
            <a:ext cx="566928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1"/>
            <a:r>
              <a:rPr sz="1100" b="0" i="0">
                <a:solidFill>
                  <a:srgbClr val="C00000"/>
                </a:solidFill>
                <a:latin typeface="Arial"/>
                <a:ea typeface="B Nazanin"/>
                <a:cs typeface="B Nazanin"/>
              </a:rPr>
              <a:t>−∞</a:t>
            </a:r>
          </a:p>
        </p:txBody>
      </p:sp>
      <p:sp>
        <p:nvSpPr>
          <p:cNvPr id="73" name="1"/>
          <p:cNvSpPr/>
          <p:nvPr/>
        </p:nvSpPr>
        <p:spPr>
          <a:xfrm>
            <a:off x="5120640" y="2231136"/>
            <a:ext cx="566928" cy="365760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1"/>
            <a:r>
              <a:rPr sz="1100" b="0" i="0">
                <a:solidFill>
                  <a:srgbClr val="FFFFFF"/>
                </a:solidFill>
                <a:latin typeface="Arial"/>
                <a:ea typeface="B Nazanin"/>
                <a:cs typeface="B Nazanin"/>
              </a:rPr>
              <a:t>1</a:t>
            </a:r>
          </a:p>
        </p:txBody>
      </p:sp>
      <p:sp>
        <p:nvSpPr>
          <p:cNvPr id="74" name="1"/>
          <p:cNvSpPr/>
          <p:nvPr/>
        </p:nvSpPr>
        <p:spPr>
          <a:xfrm>
            <a:off x="5715000" y="2231136"/>
            <a:ext cx="566928" cy="365760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1"/>
            <a:r>
              <a:rPr sz="1100" b="0" i="0">
                <a:solidFill>
                  <a:srgbClr val="FFFFFF"/>
                </a:solidFill>
                <a:latin typeface="Arial"/>
                <a:ea typeface="B Nazanin"/>
                <a:cs typeface="B Nazanin"/>
              </a:rPr>
              <a:t>1</a:t>
            </a:r>
          </a:p>
        </p:txBody>
      </p:sp>
      <p:sp>
        <p:nvSpPr>
          <p:cNvPr id="75" name="1"/>
          <p:cNvSpPr/>
          <p:nvPr/>
        </p:nvSpPr>
        <p:spPr>
          <a:xfrm>
            <a:off x="6309360" y="2231136"/>
            <a:ext cx="566928" cy="365760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1"/>
            <a:r>
              <a:rPr sz="1100" b="0" i="0">
                <a:solidFill>
                  <a:srgbClr val="FFFFFF"/>
                </a:solidFill>
                <a:latin typeface="Arial"/>
                <a:ea typeface="B Nazanin"/>
                <a:cs typeface="B Nazanin"/>
              </a:rPr>
              <a:t>1</a:t>
            </a:r>
          </a:p>
        </p:txBody>
      </p:sp>
      <p:sp>
        <p:nvSpPr>
          <p:cNvPr id="76" name="1"/>
          <p:cNvSpPr/>
          <p:nvPr/>
        </p:nvSpPr>
        <p:spPr>
          <a:xfrm>
            <a:off x="6903720" y="2231136"/>
            <a:ext cx="566928" cy="365760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1"/>
            <a:r>
              <a:rPr sz="1100" b="0" i="0">
                <a:solidFill>
                  <a:srgbClr val="FFFFFF"/>
                </a:solidFill>
                <a:latin typeface="Arial"/>
                <a:ea typeface="B Nazanin"/>
                <a:cs typeface="B Nazanin"/>
              </a:rPr>
              <a:t>1</a:t>
            </a:r>
          </a:p>
        </p:txBody>
      </p:sp>
      <p:sp>
        <p:nvSpPr>
          <p:cNvPr id="77" name="−∞"/>
          <p:cNvSpPr/>
          <p:nvPr/>
        </p:nvSpPr>
        <p:spPr>
          <a:xfrm>
            <a:off x="7498080" y="2231136"/>
            <a:ext cx="566928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1"/>
            <a:r>
              <a:rPr sz="1100" b="0" i="0">
                <a:solidFill>
                  <a:srgbClr val="C00000"/>
                </a:solidFill>
                <a:latin typeface="Arial"/>
                <a:ea typeface="B Nazanin"/>
                <a:cs typeface="B Nazanin"/>
              </a:rPr>
              <a:t>−∞</a:t>
            </a:r>
          </a:p>
        </p:txBody>
      </p:sp>
      <p:sp>
        <p:nvSpPr>
          <p:cNvPr id="78" name="−∞"/>
          <p:cNvSpPr/>
          <p:nvPr/>
        </p:nvSpPr>
        <p:spPr>
          <a:xfrm>
            <a:off x="8092440" y="2231136"/>
            <a:ext cx="566928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1"/>
            <a:r>
              <a:rPr sz="1100" b="0" i="0">
                <a:solidFill>
                  <a:srgbClr val="C00000"/>
                </a:solidFill>
                <a:latin typeface="Arial"/>
                <a:ea typeface="B Nazanin"/>
                <a:cs typeface="B Nazanin"/>
              </a:rPr>
              <a:t>−∞</a:t>
            </a:r>
          </a:p>
        </p:txBody>
      </p:sp>
      <p:sp>
        <p:nvSpPr>
          <p:cNvPr id="79" name="1"/>
          <p:cNvSpPr/>
          <p:nvPr/>
        </p:nvSpPr>
        <p:spPr>
          <a:xfrm>
            <a:off x="5120640" y="2624328"/>
            <a:ext cx="566928" cy="365760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1"/>
            <a:r>
              <a:rPr sz="1100" b="0" i="0">
                <a:solidFill>
                  <a:srgbClr val="FFFFFF"/>
                </a:solidFill>
                <a:latin typeface="Arial"/>
                <a:ea typeface="B Nazanin"/>
                <a:cs typeface="B Nazanin"/>
              </a:rPr>
              <a:t>1</a:t>
            </a:r>
          </a:p>
        </p:txBody>
      </p:sp>
      <p:sp>
        <p:nvSpPr>
          <p:cNvPr id="80" name="1"/>
          <p:cNvSpPr/>
          <p:nvPr/>
        </p:nvSpPr>
        <p:spPr>
          <a:xfrm>
            <a:off x="5715000" y="2624328"/>
            <a:ext cx="566928" cy="365760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1"/>
            <a:r>
              <a:rPr sz="1100" b="0" i="0">
                <a:solidFill>
                  <a:srgbClr val="FFFFFF"/>
                </a:solidFill>
                <a:latin typeface="Arial"/>
                <a:ea typeface="B Nazanin"/>
                <a:cs typeface="B Nazanin"/>
              </a:rPr>
              <a:t>1</a:t>
            </a:r>
          </a:p>
        </p:txBody>
      </p:sp>
      <p:sp>
        <p:nvSpPr>
          <p:cNvPr id="81" name="1"/>
          <p:cNvSpPr/>
          <p:nvPr/>
        </p:nvSpPr>
        <p:spPr>
          <a:xfrm>
            <a:off x="6309360" y="2624328"/>
            <a:ext cx="566928" cy="365760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1"/>
            <a:r>
              <a:rPr sz="1100" b="0" i="0">
                <a:solidFill>
                  <a:srgbClr val="FFFFFF"/>
                </a:solidFill>
                <a:latin typeface="Arial"/>
                <a:ea typeface="B Nazanin"/>
                <a:cs typeface="B Nazanin"/>
              </a:rPr>
              <a:t>1</a:t>
            </a:r>
          </a:p>
        </p:txBody>
      </p:sp>
      <p:sp>
        <p:nvSpPr>
          <p:cNvPr id="82" name="1"/>
          <p:cNvSpPr/>
          <p:nvPr/>
        </p:nvSpPr>
        <p:spPr>
          <a:xfrm>
            <a:off x="6903720" y="2624328"/>
            <a:ext cx="566928" cy="365760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1"/>
            <a:r>
              <a:rPr sz="1100" b="0" i="0">
                <a:solidFill>
                  <a:srgbClr val="FFFFFF"/>
                </a:solidFill>
                <a:latin typeface="Arial"/>
                <a:ea typeface="B Nazanin"/>
                <a:cs typeface="B Nazanin"/>
              </a:rPr>
              <a:t>1</a:t>
            </a:r>
          </a:p>
        </p:txBody>
      </p:sp>
      <p:sp>
        <p:nvSpPr>
          <p:cNvPr id="83" name="1"/>
          <p:cNvSpPr/>
          <p:nvPr/>
        </p:nvSpPr>
        <p:spPr>
          <a:xfrm>
            <a:off x="7498080" y="2624328"/>
            <a:ext cx="566928" cy="365760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1"/>
            <a:r>
              <a:rPr sz="1100" b="0" i="0">
                <a:solidFill>
                  <a:srgbClr val="FFFFFF"/>
                </a:solidFill>
                <a:latin typeface="Arial"/>
                <a:ea typeface="B Nazanin"/>
                <a:cs typeface="B Nazanin"/>
              </a:rPr>
              <a:t>1</a:t>
            </a:r>
          </a:p>
        </p:txBody>
      </p:sp>
      <p:sp>
        <p:nvSpPr>
          <p:cNvPr id="84" name="−∞"/>
          <p:cNvSpPr/>
          <p:nvPr/>
        </p:nvSpPr>
        <p:spPr>
          <a:xfrm>
            <a:off x="8092440" y="2624328"/>
            <a:ext cx="566928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1"/>
            <a:r>
              <a:rPr sz="1100" b="0" i="0">
                <a:solidFill>
                  <a:srgbClr val="C00000"/>
                </a:solidFill>
                <a:latin typeface="Arial"/>
                <a:ea typeface="B Nazanin"/>
                <a:cs typeface="B Nazanin"/>
              </a:rPr>
              <a:t>−∞</a:t>
            </a:r>
          </a:p>
        </p:txBody>
      </p:sp>
      <p:sp>
        <p:nvSpPr>
          <p:cNvPr id="85" name="1"/>
          <p:cNvSpPr/>
          <p:nvPr/>
        </p:nvSpPr>
        <p:spPr>
          <a:xfrm>
            <a:off x="5120640" y="3017520"/>
            <a:ext cx="566928" cy="365760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1"/>
            <a:r>
              <a:rPr sz="1100" b="0" i="0">
                <a:solidFill>
                  <a:srgbClr val="FFFFFF"/>
                </a:solidFill>
                <a:latin typeface="Arial"/>
                <a:ea typeface="B Nazanin"/>
                <a:cs typeface="B Nazanin"/>
              </a:rPr>
              <a:t>1</a:t>
            </a:r>
          </a:p>
        </p:txBody>
      </p:sp>
      <p:sp>
        <p:nvSpPr>
          <p:cNvPr id="86" name="1"/>
          <p:cNvSpPr/>
          <p:nvPr/>
        </p:nvSpPr>
        <p:spPr>
          <a:xfrm>
            <a:off x="5715000" y="3017520"/>
            <a:ext cx="566928" cy="365760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1"/>
            <a:r>
              <a:rPr sz="1100" b="0" i="0">
                <a:solidFill>
                  <a:srgbClr val="FFFFFF"/>
                </a:solidFill>
                <a:latin typeface="Arial"/>
                <a:ea typeface="B Nazanin"/>
                <a:cs typeface="B Nazanin"/>
              </a:rPr>
              <a:t>1</a:t>
            </a:r>
          </a:p>
        </p:txBody>
      </p:sp>
      <p:sp>
        <p:nvSpPr>
          <p:cNvPr id="87" name="1"/>
          <p:cNvSpPr/>
          <p:nvPr/>
        </p:nvSpPr>
        <p:spPr>
          <a:xfrm>
            <a:off x="6309360" y="3017520"/>
            <a:ext cx="566928" cy="365760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1"/>
            <a:r>
              <a:rPr sz="1100" b="0" i="0">
                <a:solidFill>
                  <a:srgbClr val="FFFFFF"/>
                </a:solidFill>
                <a:latin typeface="Arial"/>
                <a:ea typeface="B Nazanin"/>
                <a:cs typeface="B Nazanin"/>
              </a:rPr>
              <a:t>1</a:t>
            </a:r>
          </a:p>
        </p:txBody>
      </p:sp>
      <p:sp>
        <p:nvSpPr>
          <p:cNvPr id="88" name="1"/>
          <p:cNvSpPr/>
          <p:nvPr/>
        </p:nvSpPr>
        <p:spPr>
          <a:xfrm>
            <a:off x="6903720" y="3017520"/>
            <a:ext cx="566928" cy="365760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1"/>
            <a:r>
              <a:rPr sz="1100" b="0" i="0">
                <a:solidFill>
                  <a:srgbClr val="FFFFFF"/>
                </a:solidFill>
                <a:latin typeface="Arial"/>
                <a:ea typeface="B Nazanin"/>
                <a:cs typeface="B Nazanin"/>
              </a:rPr>
              <a:t>1</a:t>
            </a:r>
          </a:p>
        </p:txBody>
      </p:sp>
      <p:sp>
        <p:nvSpPr>
          <p:cNvPr id="89" name="1"/>
          <p:cNvSpPr/>
          <p:nvPr/>
        </p:nvSpPr>
        <p:spPr>
          <a:xfrm>
            <a:off x="7498080" y="3017520"/>
            <a:ext cx="566928" cy="365760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1"/>
            <a:r>
              <a:rPr sz="1100" b="0" i="0">
                <a:solidFill>
                  <a:srgbClr val="FFFFFF"/>
                </a:solidFill>
                <a:latin typeface="Arial"/>
                <a:ea typeface="B Nazanin"/>
                <a:cs typeface="B Nazanin"/>
              </a:rPr>
              <a:t>1</a:t>
            </a:r>
          </a:p>
        </p:txBody>
      </p:sp>
      <p:sp>
        <p:nvSpPr>
          <p:cNvPr id="90" name="1"/>
          <p:cNvSpPr/>
          <p:nvPr/>
        </p:nvSpPr>
        <p:spPr>
          <a:xfrm>
            <a:off x="8092440" y="3017520"/>
            <a:ext cx="566928" cy="365760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 rtl="1"/>
            <a:r>
              <a:rPr sz="1100" b="0" i="0">
                <a:solidFill>
                  <a:srgbClr val="FFFFFF"/>
                </a:solidFill>
                <a:latin typeface="Arial"/>
                <a:ea typeface="B Nazanin"/>
                <a:cs typeface="B Nazanin"/>
              </a:rPr>
              <a:t>1</a:t>
            </a:r>
          </a:p>
        </p:txBody>
      </p:sp>
      <p:sp>
        <p:nvSpPr>
          <p:cNvPr id="91" name="txt 0"/>
          <p:cNvSpPr txBox="1"/>
          <p:nvPr/>
        </p:nvSpPr>
        <p:spPr>
          <a:xfrm>
            <a:off x="5120640" y="3429000"/>
            <a:ext cx="56692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/>
            <a:r>
              <a:rPr sz="1000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0</a:t>
            </a:r>
          </a:p>
        </p:txBody>
      </p:sp>
      <p:sp>
        <p:nvSpPr>
          <p:cNvPr id="92" name="txt 1"/>
          <p:cNvSpPr txBox="1"/>
          <p:nvPr/>
        </p:nvSpPr>
        <p:spPr>
          <a:xfrm>
            <a:off x="5715000" y="3429000"/>
            <a:ext cx="56692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/>
            <a:r>
              <a:rPr sz="1000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1</a:t>
            </a:r>
          </a:p>
        </p:txBody>
      </p:sp>
      <p:sp>
        <p:nvSpPr>
          <p:cNvPr id="93" name="txt 2"/>
          <p:cNvSpPr txBox="1"/>
          <p:nvPr/>
        </p:nvSpPr>
        <p:spPr>
          <a:xfrm>
            <a:off x="6309360" y="3429000"/>
            <a:ext cx="56692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/>
            <a:r>
              <a:rPr sz="1000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2</a:t>
            </a:r>
          </a:p>
        </p:txBody>
      </p:sp>
      <p:sp>
        <p:nvSpPr>
          <p:cNvPr id="94" name="txt 3"/>
          <p:cNvSpPr txBox="1"/>
          <p:nvPr/>
        </p:nvSpPr>
        <p:spPr>
          <a:xfrm>
            <a:off x="6903720" y="3429000"/>
            <a:ext cx="56692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/>
            <a:r>
              <a:rPr sz="1000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3</a:t>
            </a:r>
          </a:p>
        </p:txBody>
      </p:sp>
      <p:sp>
        <p:nvSpPr>
          <p:cNvPr id="95" name="txt 4"/>
          <p:cNvSpPr txBox="1"/>
          <p:nvPr/>
        </p:nvSpPr>
        <p:spPr>
          <a:xfrm>
            <a:off x="7498080" y="3429000"/>
            <a:ext cx="56692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/>
            <a:r>
              <a:rPr sz="1000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4</a:t>
            </a:r>
          </a:p>
        </p:txBody>
      </p:sp>
      <p:sp>
        <p:nvSpPr>
          <p:cNvPr id="96" name="txt 5"/>
          <p:cNvSpPr txBox="1"/>
          <p:nvPr/>
        </p:nvSpPr>
        <p:spPr>
          <a:xfrm>
            <a:off x="8092440" y="3429000"/>
            <a:ext cx="56692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/>
            <a:r>
              <a:rPr sz="1000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5</a:t>
            </a:r>
          </a:p>
        </p:txBody>
      </p:sp>
      <p:sp>
        <p:nvSpPr>
          <p:cNvPr id="97" name="txt 0"/>
          <p:cNvSpPr txBox="1"/>
          <p:nvPr/>
        </p:nvSpPr>
        <p:spPr>
          <a:xfrm>
            <a:off x="4663440" y="1051560"/>
            <a:ext cx="411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/>
            <a:r>
              <a:rPr sz="1000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0</a:t>
            </a:r>
          </a:p>
        </p:txBody>
      </p:sp>
      <p:sp>
        <p:nvSpPr>
          <p:cNvPr id="98" name="txt 1"/>
          <p:cNvSpPr txBox="1"/>
          <p:nvPr/>
        </p:nvSpPr>
        <p:spPr>
          <a:xfrm>
            <a:off x="4663440" y="1444752"/>
            <a:ext cx="411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/>
            <a:r>
              <a:rPr sz="1000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1</a:t>
            </a:r>
          </a:p>
        </p:txBody>
      </p:sp>
      <p:sp>
        <p:nvSpPr>
          <p:cNvPr id="99" name="txt 2"/>
          <p:cNvSpPr txBox="1"/>
          <p:nvPr/>
        </p:nvSpPr>
        <p:spPr>
          <a:xfrm>
            <a:off x="4663440" y="1837944"/>
            <a:ext cx="411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/>
            <a:r>
              <a:rPr sz="1000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2</a:t>
            </a:r>
          </a:p>
        </p:txBody>
      </p:sp>
      <p:sp>
        <p:nvSpPr>
          <p:cNvPr id="100" name="txt 3"/>
          <p:cNvSpPr txBox="1"/>
          <p:nvPr/>
        </p:nvSpPr>
        <p:spPr>
          <a:xfrm>
            <a:off x="4663440" y="2231136"/>
            <a:ext cx="411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/>
            <a:r>
              <a:rPr sz="1000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3</a:t>
            </a:r>
          </a:p>
        </p:txBody>
      </p:sp>
      <p:sp>
        <p:nvSpPr>
          <p:cNvPr id="101" name="txt 4"/>
          <p:cNvSpPr txBox="1"/>
          <p:nvPr/>
        </p:nvSpPr>
        <p:spPr>
          <a:xfrm>
            <a:off x="4663440" y="2624328"/>
            <a:ext cx="411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/>
            <a:r>
              <a:rPr sz="1000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4</a:t>
            </a:r>
          </a:p>
        </p:txBody>
      </p:sp>
      <p:sp>
        <p:nvSpPr>
          <p:cNvPr id="102" name="txt 5"/>
          <p:cNvSpPr txBox="1"/>
          <p:nvPr/>
        </p:nvSpPr>
        <p:spPr>
          <a:xfrm>
            <a:off x="4663440" y="3017520"/>
            <a:ext cx="411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/>
            <a:r>
              <a:rPr sz="1000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5</a:t>
            </a:r>
          </a:p>
        </p:txBody>
      </p:sp>
      <p:sp>
        <p:nvSpPr>
          <p:cNvPr id="103" name="txt Key (موقعیت)"/>
          <p:cNvSpPr txBox="1"/>
          <p:nvPr/>
        </p:nvSpPr>
        <p:spPr>
          <a:xfrm>
            <a:off x="5120640" y="3685032"/>
            <a:ext cx="353872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/>
            <a:r>
              <a:rPr sz="1000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Key (موقعیت)</a:t>
            </a:r>
          </a:p>
        </p:txBody>
      </p:sp>
      <p:sp>
        <p:nvSpPr>
          <p:cNvPr id="104" name="txt Query (موقعیت)"/>
          <p:cNvSpPr txBox="1"/>
          <p:nvPr/>
        </p:nvSpPr>
        <p:spPr>
          <a:xfrm rot="16200000">
            <a:off x="4114800" y="2002536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rtl="1"/>
            <a:r>
              <a:rPr sz="1000" b="0" i="0">
                <a:solidFill>
                  <a:srgbClr val="1F3864"/>
                </a:solidFill>
                <a:latin typeface="Arial"/>
                <a:ea typeface="B Nazanin"/>
                <a:cs typeface="B Nazanin"/>
              </a:rPr>
              <a:t>Query (موقعیت)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