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4526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۰: مقایسه ماتریس 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۳.۱۰: مقایسه ماتریس توجه کامل و ماتریس توجه علّی</a:t>
            </a:r>
          </a:p>
        </p:txBody>
      </p:sp>
      <p:sp>
        <p:nvSpPr>
          <p:cNvPr id="3" name="txt **ماتریس توجه کامل (بدون"/>
          <p:cNvSpPr txBox="1"/>
          <p:nvPr/>
        </p:nvSpPr>
        <p:spPr>
          <a:xfrm>
            <a:off x="274320" y="5669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ماتریس توجه کامل (بدون ماسک)</a:t>
            </a:r>
          </a:p>
        </p:txBody>
      </p:sp>
      <p:sp>
        <p:nvSpPr>
          <p:cNvPr id="4" name="txt **ماتریس توجه علّی (با م"/>
          <p:cNvSpPr txBox="1"/>
          <p:nvPr/>
        </p:nvSpPr>
        <p:spPr>
          <a:xfrm>
            <a:off x="4892040" y="5669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ماتریس توجه علّی (با ماسک)</a:t>
            </a:r>
          </a:p>
        </p:txBody>
      </p:sp>
      <p:sp>
        <p:nvSpPr>
          <p:cNvPr id="5" name="1"/>
          <p:cNvSpPr/>
          <p:nvPr/>
        </p:nvSpPr>
        <p:spPr>
          <a:xfrm>
            <a:off x="105156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6" name="1"/>
          <p:cNvSpPr/>
          <p:nvPr/>
        </p:nvSpPr>
        <p:spPr>
          <a:xfrm>
            <a:off x="164592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7" name="1"/>
          <p:cNvSpPr/>
          <p:nvPr/>
        </p:nvSpPr>
        <p:spPr>
          <a:xfrm>
            <a:off x="224028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" name="1"/>
          <p:cNvSpPr/>
          <p:nvPr/>
        </p:nvSpPr>
        <p:spPr>
          <a:xfrm>
            <a:off x="283464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9" name="1"/>
          <p:cNvSpPr/>
          <p:nvPr/>
        </p:nvSpPr>
        <p:spPr>
          <a:xfrm>
            <a:off x="342900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0" name="1"/>
          <p:cNvSpPr/>
          <p:nvPr/>
        </p:nvSpPr>
        <p:spPr>
          <a:xfrm>
            <a:off x="402336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1" name="1"/>
          <p:cNvSpPr/>
          <p:nvPr/>
        </p:nvSpPr>
        <p:spPr>
          <a:xfrm>
            <a:off x="105156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2" name="1"/>
          <p:cNvSpPr/>
          <p:nvPr/>
        </p:nvSpPr>
        <p:spPr>
          <a:xfrm>
            <a:off x="164592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3" name="1"/>
          <p:cNvSpPr/>
          <p:nvPr/>
        </p:nvSpPr>
        <p:spPr>
          <a:xfrm>
            <a:off x="224028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4" name="1"/>
          <p:cNvSpPr/>
          <p:nvPr/>
        </p:nvSpPr>
        <p:spPr>
          <a:xfrm>
            <a:off x="283464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5" name="1"/>
          <p:cNvSpPr/>
          <p:nvPr/>
        </p:nvSpPr>
        <p:spPr>
          <a:xfrm>
            <a:off x="342900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6" name="1"/>
          <p:cNvSpPr/>
          <p:nvPr/>
        </p:nvSpPr>
        <p:spPr>
          <a:xfrm>
            <a:off x="402336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7" name="1"/>
          <p:cNvSpPr/>
          <p:nvPr/>
        </p:nvSpPr>
        <p:spPr>
          <a:xfrm>
            <a:off x="105156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8" name="1"/>
          <p:cNvSpPr/>
          <p:nvPr/>
        </p:nvSpPr>
        <p:spPr>
          <a:xfrm>
            <a:off x="164592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19" name="1"/>
          <p:cNvSpPr/>
          <p:nvPr/>
        </p:nvSpPr>
        <p:spPr>
          <a:xfrm>
            <a:off x="224028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0" name="1"/>
          <p:cNvSpPr/>
          <p:nvPr/>
        </p:nvSpPr>
        <p:spPr>
          <a:xfrm>
            <a:off x="283464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1" name="1"/>
          <p:cNvSpPr/>
          <p:nvPr/>
        </p:nvSpPr>
        <p:spPr>
          <a:xfrm>
            <a:off x="342900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2" name="1"/>
          <p:cNvSpPr/>
          <p:nvPr/>
        </p:nvSpPr>
        <p:spPr>
          <a:xfrm>
            <a:off x="402336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3" name="1"/>
          <p:cNvSpPr/>
          <p:nvPr/>
        </p:nvSpPr>
        <p:spPr>
          <a:xfrm>
            <a:off x="105156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4" name="1"/>
          <p:cNvSpPr/>
          <p:nvPr/>
        </p:nvSpPr>
        <p:spPr>
          <a:xfrm>
            <a:off x="164592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5" name="1"/>
          <p:cNvSpPr/>
          <p:nvPr/>
        </p:nvSpPr>
        <p:spPr>
          <a:xfrm>
            <a:off x="224028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6" name="1"/>
          <p:cNvSpPr/>
          <p:nvPr/>
        </p:nvSpPr>
        <p:spPr>
          <a:xfrm>
            <a:off x="283464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7" name="1"/>
          <p:cNvSpPr/>
          <p:nvPr/>
        </p:nvSpPr>
        <p:spPr>
          <a:xfrm>
            <a:off x="342900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8" name="1"/>
          <p:cNvSpPr/>
          <p:nvPr/>
        </p:nvSpPr>
        <p:spPr>
          <a:xfrm>
            <a:off x="402336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29" name="1"/>
          <p:cNvSpPr/>
          <p:nvPr/>
        </p:nvSpPr>
        <p:spPr>
          <a:xfrm>
            <a:off x="105156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0" name="1"/>
          <p:cNvSpPr/>
          <p:nvPr/>
        </p:nvSpPr>
        <p:spPr>
          <a:xfrm>
            <a:off x="164592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1" name="1"/>
          <p:cNvSpPr/>
          <p:nvPr/>
        </p:nvSpPr>
        <p:spPr>
          <a:xfrm>
            <a:off x="224028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2" name="1"/>
          <p:cNvSpPr/>
          <p:nvPr/>
        </p:nvSpPr>
        <p:spPr>
          <a:xfrm>
            <a:off x="283464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3" name="1"/>
          <p:cNvSpPr/>
          <p:nvPr/>
        </p:nvSpPr>
        <p:spPr>
          <a:xfrm>
            <a:off x="342900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4" name="1"/>
          <p:cNvSpPr/>
          <p:nvPr/>
        </p:nvSpPr>
        <p:spPr>
          <a:xfrm>
            <a:off x="402336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5" name="1"/>
          <p:cNvSpPr/>
          <p:nvPr/>
        </p:nvSpPr>
        <p:spPr>
          <a:xfrm>
            <a:off x="105156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6" name="1"/>
          <p:cNvSpPr/>
          <p:nvPr/>
        </p:nvSpPr>
        <p:spPr>
          <a:xfrm>
            <a:off x="164592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7" name="1"/>
          <p:cNvSpPr/>
          <p:nvPr/>
        </p:nvSpPr>
        <p:spPr>
          <a:xfrm>
            <a:off x="224028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8" name="1"/>
          <p:cNvSpPr/>
          <p:nvPr/>
        </p:nvSpPr>
        <p:spPr>
          <a:xfrm>
            <a:off x="283464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39" name="1"/>
          <p:cNvSpPr/>
          <p:nvPr/>
        </p:nvSpPr>
        <p:spPr>
          <a:xfrm>
            <a:off x="342900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40" name="1"/>
          <p:cNvSpPr/>
          <p:nvPr/>
        </p:nvSpPr>
        <p:spPr>
          <a:xfrm>
            <a:off x="402336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41" name="txt 0"/>
          <p:cNvSpPr txBox="1"/>
          <p:nvPr/>
        </p:nvSpPr>
        <p:spPr>
          <a:xfrm>
            <a:off x="105156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0</a:t>
            </a:r>
          </a:p>
        </p:txBody>
      </p:sp>
      <p:sp>
        <p:nvSpPr>
          <p:cNvPr id="42" name="txt 1"/>
          <p:cNvSpPr txBox="1"/>
          <p:nvPr/>
        </p:nvSpPr>
        <p:spPr>
          <a:xfrm>
            <a:off x="164592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43" name="txt 2"/>
          <p:cNvSpPr txBox="1"/>
          <p:nvPr/>
        </p:nvSpPr>
        <p:spPr>
          <a:xfrm>
            <a:off x="224028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2</a:t>
            </a:r>
          </a:p>
        </p:txBody>
      </p:sp>
      <p:sp>
        <p:nvSpPr>
          <p:cNvPr id="44" name="txt 3"/>
          <p:cNvSpPr txBox="1"/>
          <p:nvPr/>
        </p:nvSpPr>
        <p:spPr>
          <a:xfrm>
            <a:off x="283464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3</a:t>
            </a:r>
          </a:p>
        </p:txBody>
      </p:sp>
      <p:sp>
        <p:nvSpPr>
          <p:cNvPr id="45" name="txt 4"/>
          <p:cNvSpPr txBox="1"/>
          <p:nvPr/>
        </p:nvSpPr>
        <p:spPr>
          <a:xfrm>
            <a:off x="342900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4</a:t>
            </a:r>
          </a:p>
        </p:txBody>
      </p:sp>
      <p:sp>
        <p:nvSpPr>
          <p:cNvPr id="46" name="txt 5"/>
          <p:cNvSpPr txBox="1"/>
          <p:nvPr/>
        </p:nvSpPr>
        <p:spPr>
          <a:xfrm>
            <a:off x="402336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5</a:t>
            </a:r>
          </a:p>
        </p:txBody>
      </p:sp>
      <p:sp>
        <p:nvSpPr>
          <p:cNvPr id="47" name="txt 0"/>
          <p:cNvSpPr txBox="1"/>
          <p:nvPr/>
        </p:nvSpPr>
        <p:spPr>
          <a:xfrm>
            <a:off x="594360" y="105156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0</a:t>
            </a:r>
          </a:p>
        </p:txBody>
      </p:sp>
      <p:sp>
        <p:nvSpPr>
          <p:cNvPr id="48" name="txt 1"/>
          <p:cNvSpPr txBox="1"/>
          <p:nvPr/>
        </p:nvSpPr>
        <p:spPr>
          <a:xfrm>
            <a:off x="594360" y="1444752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49" name="txt 2"/>
          <p:cNvSpPr txBox="1"/>
          <p:nvPr/>
        </p:nvSpPr>
        <p:spPr>
          <a:xfrm>
            <a:off x="594360" y="1837944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2</a:t>
            </a:r>
          </a:p>
        </p:txBody>
      </p:sp>
      <p:sp>
        <p:nvSpPr>
          <p:cNvPr id="50" name="txt 3"/>
          <p:cNvSpPr txBox="1"/>
          <p:nvPr/>
        </p:nvSpPr>
        <p:spPr>
          <a:xfrm>
            <a:off x="594360" y="2231136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3</a:t>
            </a:r>
          </a:p>
        </p:txBody>
      </p:sp>
      <p:sp>
        <p:nvSpPr>
          <p:cNvPr id="51" name="txt 4"/>
          <p:cNvSpPr txBox="1"/>
          <p:nvPr/>
        </p:nvSpPr>
        <p:spPr>
          <a:xfrm>
            <a:off x="594360" y="2624328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4</a:t>
            </a:r>
          </a:p>
        </p:txBody>
      </p:sp>
      <p:sp>
        <p:nvSpPr>
          <p:cNvPr id="52" name="txt 5"/>
          <p:cNvSpPr txBox="1"/>
          <p:nvPr/>
        </p:nvSpPr>
        <p:spPr>
          <a:xfrm>
            <a:off x="594360" y="301752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5</a:t>
            </a:r>
          </a:p>
        </p:txBody>
      </p:sp>
      <p:sp>
        <p:nvSpPr>
          <p:cNvPr id="53" name="txt Key (موقعیت)"/>
          <p:cNvSpPr txBox="1"/>
          <p:nvPr/>
        </p:nvSpPr>
        <p:spPr>
          <a:xfrm>
            <a:off x="1051560" y="3685032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Key (موقعیت)</a:t>
            </a:r>
          </a:p>
        </p:txBody>
      </p:sp>
      <p:sp>
        <p:nvSpPr>
          <p:cNvPr id="54" name="txt Query (موقعیت)"/>
          <p:cNvSpPr txBox="1"/>
          <p:nvPr/>
        </p:nvSpPr>
        <p:spPr>
          <a:xfrm rot="16200000">
            <a:off x="45720" y="20025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Query (موقعیت)</a:t>
            </a:r>
          </a:p>
        </p:txBody>
      </p:sp>
      <p:sp>
        <p:nvSpPr>
          <p:cNvPr id="55" name="1"/>
          <p:cNvSpPr/>
          <p:nvPr/>
        </p:nvSpPr>
        <p:spPr>
          <a:xfrm>
            <a:off x="5120640" y="105156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56" name="−∞"/>
          <p:cNvSpPr/>
          <p:nvPr/>
        </p:nvSpPr>
        <p:spPr>
          <a:xfrm>
            <a:off x="5715000" y="1051560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57" name="−∞"/>
          <p:cNvSpPr/>
          <p:nvPr/>
        </p:nvSpPr>
        <p:spPr>
          <a:xfrm>
            <a:off x="6309360" y="1051560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58" name="−∞"/>
          <p:cNvSpPr/>
          <p:nvPr/>
        </p:nvSpPr>
        <p:spPr>
          <a:xfrm>
            <a:off x="6903720" y="1051560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59" name="−∞"/>
          <p:cNvSpPr/>
          <p:nvPr/>
        </p:nvSpPr>
        <p:spPr>
          <a:xfrm>
            <a:off x="7498080" y="1051560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60" name="−∞"/>
          <p:cNvSpPr/>
          <p:nvPr/>
        </p:nvSpPr>
        <p:spPr>
          <a:xfrm>
            <a:off x="8092440" y="1051560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61" name="1"/>
          <p:cNvSpPr/>
          <p:nvPr/>
        </p:nvSpPr>
        <p:spPr>
          <a:xfrm>
            <a:off x="512064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62" name="1"/>
          <p:cNvSpPr/>
          <p:nvPr/>
        </p:nvSpPr>
        <p:spPr>
          <a:xfrm>
            <a:off x="5715000" y="1444752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63" name="−∞"/>
          <p:cNvSpPr/>
          <p:nvPr/>
        </p:nvSpPr>
        <p:spPr>
          <a:xfrm>
            <a:off x="6309360" y="1444752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64" name="−∞"/>
          <p:cNvSpPr/>
          <p:nvPr/>
        </p:nvSpPr>
        <p:spPr>
          <a:xfrm>
            <a:off x="6903720" y="1444752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65" name="−∞"/>
          <p:cNvSpPr/>
          <p:nvPr/>
        </p:nvSpPr>
        <p:spPr>
          <a:xfrm>
            <a:off x="7498080" y="1444752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66" name="−∞"/>
          <p:cNvSpPr/>
          <p:nvPr/>
        </p:nvSpPr>
        <p:spPr>
          <a:xfrm>
            <a:off x="8092440" y="1444752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67" name="1"/>
          <p:cNvSpPr/>
          <p:nvPr/>
        </p:nvSpPr>
        <p:spPr>
          <a:xfrm>
            <a:off x="512064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68" name="1"/>
          <p:cNvSpPr/>
          <p:nvPr/>
        </p:nvSpPr>
        <p:spPr>
          <a:xfrm>
            <a:off x="571500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69" name="1"/>
          <p:cNvSpPr/>
          <p:nvPr/>
        </p:nvSpPr>
        <p:spPr>
          <a:xfrm>
            <a:off x="6309360" y="1837944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70" name="−∞"/>
          <p:cNvSpPr/>
          <p:nvPr/>
        </p:nvSpPr>
        <p:spPr>
          <a:xfrm>
            <a:off x="6903720" y="1837944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71" name="−∞"/>
          <p:cNvSpPr/>
          <p:nvPr/>
        </p:nvSpPr>
        <p:spPr>
          <a:xfrm>
            <a:off x="7498080" y="1837944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72" name="−∞"/>
          <p:cNvSpPr/>
          <p:nvPr/>
        </p:nvSpPr>
        <p:spPr>
          <a:xfrm>
            <a:off x="8092440" y="1837944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73" name="1"/>
          <p:cNvSpPr/>
          <p:nvPr/>
        </p:nvSpPr>
        <p:spPr>
          <a:xfrm>
            <a:off x="512064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74" name="1"/>
          <p:cNvSpPr/>
          <p:nvPr/>
        </p:nvSpPr>
        <p:spPr>
          <a:xfrm>
            <a:off x="571500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75" name="1"/>
          <p:cNvSpPr/>
          <p:nvPr/>
        </p:nvSpPr>
        <p:spPr>
          <a:xfrm>
            <a:off x="630936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76" name="1"/>
          <p:cNvSpPr/>
          <p:nvPr/>
        </p:nvSpPr>
        <p:spPr>
          <a:xfrm>
            <a:off x="6903720" y="2231136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77" name="−∞"/>
          <p:cNvSpPr/>
          <p:nvPr/>
        </p:nvSpPr>
        <p:spPr>
          <a:xfrm>
            <a:off x="7498080" y="2231136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78" name="−∞"/>
          <p:cNvSpPr/>
          <p:nvPr/>
        </p:nvSpPr>
        <p:spPr>
          <a:xfrm>
            <a:off x="8092440" y="2231136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79" name="1"/>
          <p:cNvSpPr/>
          <p:nvPr/>
        </p:nvSpPr>
        <p:spPr>
          <a:xfrm>
            <a:off x="512064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0" name="1"/>
          <p:cNvSpPr/>
          <p:nvPr/>
        </p:nvSpPr>
        <p:spPr>
          <a:xfrm>
            <a:off x="571500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1" name="1"/>
          <p:cNvSpPr/>
          <p:nvPr/>
        </p:nvSpPr>
        <p:spPr>
          <a:xfrm>
            <a:off x="630936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2" name="1"/>
          <p:cNvSpPr/>
          <p:nvPr/>
        </p:nvSpPr>
        <p:spPr>
          <a:xfrm>
            <a:off x="690372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3" name="1"/>
          <p:cNvSpPr/>
          <p:nvPr/>
        </p:nvSpPr>
        <p:spPr>
          <a:xfrm>
            <a:off x="7498080" y="2624328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4" name="−∞"/>
          <p:cNvSpPr/>
          <p:nvPr/>
        </p:nvSpPr>
        <p:spPr>
          <a:xfrm>
            <a:off x="8092440" y="2624328"/>
            <a:ext cx="56692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−∞</a:t>
            </a:r>
          </a:p>
        </p:txBody>
      </p:sp>
      <p:sp>
        <p:nvSpPr>
          <p:cNvPr id="85" name="1"/>
          <p:cNvSpPr/>
          <p:nvPr/>
        </p:nvSpPr>
        <p:spPr>
          <a:xfrm>
            <a:off x="512064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6" name="1"/>
          <p:cNvSpPr/>
          <p:nvPr/>
        </p:nvSpPr>
        <p:spPr>
          <a:xfrm>
            <a:off x="571500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7" name="1"/>
          <p:cNvSpPr/>
          <p:nvPr/>
        </p:nvSpPr>
        <p:spPr>
          <a:xfrm>
            <a:off x="630936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8" name="1"/>
          <p:cNvSpPr/>
          <p:nvPr/>
        </p:nvSpPr>
        <p:spPr>
          <a:xfrm>
            <a:off x="690372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89" name="1"/>
          <p:cNvSpPr/>
          <p:nvPr/>
        </p:nvSpPr>
        <p:spPr>
          <a:xfrm>
            <a:off x="749808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90" name="1"/>
          <p:cNvSpPr/>
          <p:nvPr/>
        </p:nvSpPr>
        <p:spPr>
          <a:xfrm>
            <a:off x="8092440" y="3017520"/>
            <a:ext cx="566928" cy="365760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91" name="txt 0"/>
          <p:cNvSpPr txBox="1"/>
          <p:nvPr/>
        </p:nvSpPr>
        <p:spPr>
          <a:xfrm>
            <a:off x="512064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0</a:t>
            </a:r>
          </a:p>
        </p:txBody>
      </p:sp>
      <p:sp>
        <p:nvSpPr>
          <p:cNvPr id="92" name="txt 1"/>
          <p:cNvSpPr txBox="1"/>
          <p:nvPr/>
        </p:nvSpPr>
        <p:spPr>
          <a:xfrm>
            <a:off x="571500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93" name="txt 2"/>
          <p:cNvSpPr txBox="1"/>
          <p:nvPr/>
        </p:nvSpPr>
        <p:spPr>
          <a:xfrm>
            <a:off x="630936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2</a:t>
            </a:r>
          </a:p>
        </p:txBody>
      </p:sp>
      <p:sp>
        <p:nvSpPr>
          <p:cNvPr id="94" name="txt 3"/>
          <p:cNvSpPr txBox="1"/>
          <p:nvPr/>
        </p:nvSpPr>
        <p:spPr>
          <a:xfrm>
            <a:off x="690372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3</a:t>
            </a:r>
          </a:p>
        </p:txBody>
      </p:sp>
      <p:sp>
        <p:nvSpPr>
          <p:cNvPr id="95" name="txt 4"/>
          <p:cNvSpPr txBox="1"/>
          <p:nvPr/>
        </p:nvSpPr>
        <p:spPr>
          <a:xfrm>
            <a:off x="749808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4</a:t>
            </a:r>
          </a:p>
        </p:txBody>
      </p:sp>
      <p:sp>
        <p:nvSpPr>
          <p:cNvPr id="96" name="txt 5"/>
          <p:cNvSpPr txBox="1"/>
          <p:nvPr/>
        </p:nvSpPr>
        <p:spPr>
          <a:xfrm>
            <a:off x="8092440" y="34290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5</a:t>
            </a:r>
          </a:p>
        </p:txBody>
      </p:sp>
      <p:sp>
        <p:nvSpPr>
          <p:cNvPr id="97" name="txt 0"/>
          <p:cNvSpPr txBox="1"/>
          <p:nvPr/>
        </p:nvSpPr>
        <p:spPr>
          <a:xfrm>
            <a:off x="4663440" y="105156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0</a:t>
            </a:r>
          </a:p>
        </p:txBody>
      </p:sp>
      <p:sp>
        <p:nvSpPr>
          <p:cNvPr id="98" name="txt 1"/>
          <p:cNvSpPr txBox="1"/>
          <p:nvPr/>
        </p:nvSpPr>
        <p:spPr>
          <a:xfrm>
            <a:off x="4663440" y="1444752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1</a:t>
            </a:r>
          </a:p>
        </p:txBody>
      </p:sp>
      <p:sp>
        <p:nvSpPr>
          <p:cNvPr id="99" name="txt 2"/>
          <p:cNvSpPr txBox="1"/>
          <p:nvPr/>
        </p:nvSpPr>
        <p:spPr>
          <a:xfrm>
            <a:off x="4663440" y="1837944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2</a:t>
            </a:r>
          </a:p>
        </p:txBody>
      </p:sp>
      <p:sp>
        <p:nvSpPr>
          <p:cNvPr id="100" name="txt 3"/>
          <p:cNvSpPr txBox="1"/>
          <p:nvPr/>
        </p:nvSpPr>
        <p:spPr>
          <a:xfrm>
            <a:off x="4663440" y="2231136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3</a:t>
            </a:r>
          </a:p>
        </p:txBody>
      </p:sp>
      <p:sp>
        <p:nvSpPr>
          <p:cNvPr id="101" name="txt 4"/>
          <p:cNvSpPr txBox="1"/>
          <p:nvPr/>
        </p:nvSpPr>
        <p:spPr>
          <a:xfrm>
            <a:off x="4663440" y="2624328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4</a:t>
            </a:r>
          </a:p>
        </p:txBody>
      </p:sp>
      <p:sp>
        <p:nvSpPr>
          <p:cNvPr id="102" name="txt 5"/>
          <p:cNvSpPr txBox="1"/>
          <p:nvPr/>
        </p:nvSpPr>
        <p:spPr>
          <a:xfrm>
            <a:off x="4663440" y="301752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5</a:t>
            </a:r>
          </a:p>
        </p:txBody>
      </p:sp>
      <p:sp>
        <p:nvSpPr>
          <p:cNvPr id="103" name="txt Key (موقعیت)"/>
          <p:cNvSpPr txBox="1"/>
          <p:nvPr/>
        </p:nvSpPr>
        <p:spPr>
          <a:xfrm>
            <a:off x="5120640" y="3685032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Key (موقعیت)</a:t>
            </a:r>
          </a:p>
        </p:txBody>
      </p:sp>
      <p:sp>
        <p:nvSpPr>
          <p:cNvPr id="104" name="txt Query (موقعیت)"/>
          <p:cNvSpPr txBox="1"/>
          <p:nvPr/>
        </p:nvSpPr>
        <p:spPr>
          <a:xfrm rot="16200000">
            <a:off x="4114800" y="20025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Query (موقعیت)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