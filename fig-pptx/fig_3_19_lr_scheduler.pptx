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43891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7940">
              <a:solidFill>
                <a:srgbClr val="1F3864"/>
              </a:solidFill>
            </a:ln>
          </c:spPr>
          <c:marker>
            <c:symbol val="none"/>
          </c:marker>
          <c:xVal>
            <c:numRef>
              <c:f>Sheet1!$A$2:$A$102</c:f>
              <c:numCache>
                <c:formatCode>General</c:formatCode>
                <c:ptCount val="10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  <c:pt idx="19">
                  <c:v>190</c:v>
                </c:pt>
                <c:pt idx="20">
                  <c:v>200</c:v>
                </c:pt>
                <c:pt idx="21">
                  <c:v>210</c:v>
                </c:pt>
                <c:pt idx="22">
                  <c:v>220</c:v>
                </c:pt>
                <c:pt idx="23">
                  <c:v>230</c:v>
                </c:pt>
                <c:pt idx="24">
                  <c:v>240</c:v>
                </c:pt>
                <c:pt idx="25">
                  <c:v>250</c:v>
                </c:pt>
                <c:pt idx="26">
                  <c:v>260</c:v>
                </c:pt>
                <c:pt idx="27">
                  <c:v>270</c:v>
                </c:pt>
                <c:pt idx="28">
                  <c:v>280</c:v>
                </c:pt>
                <c:pt idx="29">
                  <c:v>290</c:v>
                </c:pt>
                <c:pt idx="30">
                  <c:v>300</c:v>
                </c:pt>
                <c:pt idx="31">
                  <c:v>310</c:v>
                </c:pt>
                <c:pt idx="32">
                  <c:v>320</c:v>
                </c:pt>
                <c:pt idx="33">
                  <c:v>330</c:v>
                </c:pt>
                <c:pt idx="34">
                  <c:v>340</c:v>
                </c:pt>
                <c:pt idx="35">
                  <c:v>350</c:v>
                </c:pt>
                <c:pt idx="36">
                  <c:v>360</c:v>
                </c:pt>
                <c:pt idx="37">
                  <c:v>370</c:v>
                </c:pt>
                <c:pt idx="38">
                  <c:v>380</c:v>
                </c:pt>
                <c:pt idx="39">
                  <c:v>390</c:v>
                </c:pt>
                <c:pt idx="40">
                  <c:v>400</c:v>
                </c:pt>
                <c:pt idx="41">
                  <c:v>410</c:v>
                </c:pt>
                <c:pt idx="42">
                  <c:v>420</c:v>
                </c:pt>
                <c:pt idx="43">
                  <c:v>430</c:v>
                </c:pt>
                <c:pt idx="44">
                  <c:v>440</c:v>
                </c:pt>
                <c:pt idx="45">
                  <c:v>450</c:v>
                </c:pt>
                <c:pt idx="46">
                  <c:v>460</c:v>
                </c:pt>
                <c:pt idx="47">
                  <c:v>470</c:v>
                </c:pt>
                <c:pt idx="48">
                  <c:v>480</c:v>
                </c:pt>
                <c:pt idx="49">
                  <c:v>490</c:v>
                </c:pt>
                <c:pt idx="50">
                  <c:v>500</c:v>
                </c:pt>
                <c:pt idx="51">
                  <c:v>510</c:v>
                </c:pt>
                <c:pt idx="52">
                  <c:v>520</c:v>
                </c:pt>
                <c:pt idx="53">
                  <c:v>530</c:v>
                </c:pt>
                <c:pt idx="54">
                  <c:v>540</c:v>
                </c:pt>
                <c:pt idx="55">
                  <c:v>550</c:v>
                </c:pt>
                <c:pt idx="56">
                  <c:v>560</c:v>
                </c:pt>
                <c:pt idx="57">
                  <c:v>570</c:v>
                </c:pt>
                <c:pt idx="58">
                  <c:v>580</c:v>
                </c:pt>
                <c:pt idx="59">
                  <c:v>590</c:v>
                </c:pt>
                <c:pt idx="60">
                  <c:v>600</c:v>
                </c:pt>
                <c:pt idx="61">
                  <c:v>610</c:v>
                </c:pt>
                <c:pt idx="62">
                  <c:v>620</c:v>
                </c:pt>
                <c:pt idx="63">
                  <c:v>630</c:v>
                </c:pt>
                <c:pt idx="64">
                  <c:v>640</c:v>
                </c:pt>
                <c:pt idx="65">
                  <c:v>650</c:v>
                </c:pt>
                <c:pt idx="66">
                  <c:v>660</c:v>
                </c:pt>
                <c:pt idx="67">
                  <c:v>670</c:v>
                </c:pt>
                <c:pt idx="68">
                  <c:v>680</c:v>
                </c:pt>
                <c:pt idx="69">
                  <c:v>690</c:v>
                </c:pt>
                <c:pt idx="70">
                  <c:v>700</c:v>
                </c:pt>
                <c:pt idx="71">
                  <c:v>710</c:v>
                </c:pt>
                <c:pt idx="72">
                  <c:v>720</c:v>
                </c:pt>
                <c:pt idx="73">
                  <c:v>730</c:v>
                </c:pt>
                <c:pt idx="74">
                  <c:v>740</c:v>
                </c:pt>
                <c:pt idx="75">
                  <c:v>750</c:v>
                </c:pt>
                <c:pt idx="76">
                  <c:v>760</c:v>
                </c:pt>
                <c:pt idx="77">
                  <c:v>770</c:v>
                </c:pt>
                <c:pt idx="78">
                  <c:v>780</c:v>
                </c:pt>
                <c:pt idx="79">
                  <c:v>790</c:v>
                </c:pt>
                <c:pt idx="80">
                  <c:v>800</c:v>
                </c:pt>
                <c:pt idx="81">
                  <c:v>810</c:v>
                </c:pt>
                <c:pt idx="82">
                  <c:v>820</c:v>
                </c:pt>
                <c:pt idx="83">
                  <c:v>830</c:v>
                </c:pt>
                <c:pt idx="84">
                  <c:v>840</c:v>
                </c:pt>
                <c:pt idx="85">
                  <c:v>850</c:v>
                </c:pt>
                <c:pt idx="86">
                  <c:v>860</c:v>
                </c:pt>
                <c:pt idx="87">
                  <c:v>870</c:v>
                </c:pt>
                <c:pt idx="88">
                  <c:v>880</c:v>
                </c:pt>
                <c:pt idx="89">
                  <c:v>890</c:v>
                </c:pt>
                <c:pt idx="90">
                  <c:v>900</c:v>
                </c:pt>
                <c:pt idx="91">
                  <c:v>910</c:v>
                </c:pt>
                <c:pt idx="92">
                  <c:v>920</c:v>
                </c:pt>
                <c:pt idx="93">
                  <c:v>930</c:v>
                </c:pt>
                <c:pt idx="94">
                  <c:v>940</c:v>
                </c:pt>
                <c:pt idx="95">
                  <c:v>950</c:v>
                </c:pt>
                <c:pt idx="96">
                  <c:v>960</c:v>
                </c:pt>
                <c:pt idx="97">
                  <c:v>970</c:v>
                </c:pt>
                <c:pt idx="98">
                  <c:v>980</c:v>
                </c:pt>
                <c:pt idx="99">
                  <c:v>990</c:v>
                </c:pt>
                <c:pt idx="100">
                  <c:v>1000</c:v>
                </c:pt>
              </c:numCache>
            </c:numRef>
          </c:xVal>
          <c:yVal>
            <c:numRef>
              <c:f>Sheet1!$B$2:$B$102</c:f>
              <c:numCache>
                <c:formatCode>General</c:formatCode>
                <c:ptCount val="101"/>
                <c:pt idx="0">
                  <c:v>0.0</c:v>
                </c:pt>
                <c:pt idx="1">
                  <c:v>1.9999999999999998e-05</c:v>
                </c:pt>
                <c:pt idx="2">
                  <c:v>3.9999999999999996e-05</c:v>
                </c:pt>
                <c:pt idx="3">
                  <c:v>5.9999999999999995e-05</c:v>
                </c:pt>
                <c:pt idx="4">
                  <c:v>7.999999999999999e-05</c:v>
                </c:pt>
                <c:pt idx="5">
                  <c:v>9.999999999999999e-05</c:v>
                </c:pt>
                <c:pt idx="6">
                  <c:v>0.00011999999999999999</c:v>
                </c:pt>
                <c:pt idx="7">
                  <c:v>0.00014</c:v>
                </c:pt>
                <c:pt idx="8">
                  <c:v>0.00015999999999999999</c:v>
                </c:pt>
                <c:pt idx="9">
                  <c:v>0.00017999999999999998</c:v>
                </c:pt>
                <c:pt idx="10">
                  <c:v>0.00019999999999999998</c:v>
                </c:pt>
                <c:pt idx="11">
                  <c:v>0.00021999999999999995</c:v>
                </c:pt>
                <c:pt idx="12">
                  <c:v>0.00023999999999999998</c:v>
                </c:pt>
                <c:pt idx="13">
                  <c:v>0.00026</c:v>
                </c:pt>
                <c:pt idx="14">
                  <c:v>0.00028</c:v>
                </c:pt>
                <c:pt idx="15">
                  <c:v>0.0003</c:v>
                </c:pt>
                <c:pt idx="16">
                  <c:v>0.0002998975590214534</c:v>
                </c:pt>
                <c:pt idx="17">
                  <c:v>0.0002995903760078682</c:v>
                </c:pt>
                <c:pt idx="18">
                  <c:v>0.00029907887053429107</c:v>
                </c:pt>
                <c:pt idx="19">
                  <c:v>0.00029836374125567186</c:v>
                </c:pt>
                <c:pt idx="20">
                  <c:v>0.00029744596495258525</c:v>
                </c:pt>
                <c:pt idx="21">
                  <c:v>0.0002963267951970655</c:v>
                </c:pt>
                <c:pt idx="22">
                  <c:v>0.00029500776064037807</c:v>
                </c:pt>
                <c:pt idx="23">
                  <c:v>0.0002934906629250661</c:v>
                </c:pt>
                <c:pt idx="24">
                  <c:v>0.0002917775742241229</c:v>
                </c:pt>
                <c:pt idx="25">
                  <c:v>0.0002898708344106533</c:v>
                </c:pt>
                <c:pt idx="26">
                  <c:v>0.00028777304786188845</c:v>
                </c:pt>
                <c:pt idx="27">
                  <c:v>0.0002854870799019193</c:v>
                </c:pt>
                <c:pt idx="28">
                  <c:v>0.00028301605288800927</c:v>
                </c:pt>
                <c:pt idx="29">
                  <c:v>0.00028036334194582924</c:v>
                </c:pt>
                <c:pt idx="30">
                  <c:v>0.0002775325703594421</c:v>
                </c:pt>
                <c:pt idx="31">
                  <c:v>0.00027452760462233256</c:v>
                </c:pt>
                <c:pt idx="32">
                  <c:v>0.0002713525491562421</c:v>
                </c:pt>
                <c:pt idx="33">
                  <c:v>0.00026801174070502246</c:v>
                </c:pt>
                <c:pt idx="34">
                  <c:v>0.00026450974241116543</c:v>
                </c:pt>
                <c:pt idx="35">
                  <c:v>0.00026085133758309883</c:v>
                </c:pt>
                <c:pt idx="36">
                  <c:v>0.00025704152316176283</c:v>
                </c:pt>
                <c:pt idx="37">
                  <c:v>0.0002530855028953894</c:v>
                </c:pt>
                <c:pt idx="38">
                  <c:v>0.0002489886802318084</c:v>
                </c:pt>
                <c:pt idx="39">
                  <c:v>0.0002447566509379876</c:v>
                </c:pt>
                <c:pt idx="40">
                  <c:v>0.00024039519545688846</c:v>
                </c:pt>
                <c:pt idx="41">
                  <c:v>0.00023591027101207575</c:v>
                </c:pt>
                <c:pt idx="42">
                  <c:v>0.0002313080034708674</c:v>
                </c:pt>
                <c:pt idx="43">
                  <c:v>0.000226594678977136</c:v>
                </c:pt>
                <c:pt idx="44">
                  <c:v>0.00022177673536519295</c:v>
                </c:pt>
                <c:pt idx="45">
                  <c:v>0.00021686075336648075</c:v>
                </c:pt>
                <c:pt idx="46">
                  <c:v>0.0002118534476210855</c:v>
                </c:pt>
                <c:pt idx="47">
                  <c:v>0.00020676165750634654</c:v>
                </c:pt>
                <c:pt idx="48">
                  <c:v>0.0002015923377950892</c:v>
                </c:pt>
                <c:pt idx="49">
                  <c:v>0.0001963525491562421</c:v>
                </c:pt>
                <c:pt idx="50">
                  <c:v>0.00019104944851081244</c:v>
                </c:pt>
                <c:pt idx="51">
                  <c:v>0.0001856902792563928</c:v>
                </c:pt>
                <c:pt idx="52">
                  <c:v>0.00018028236137355153</c:v>
                </c:pt>
                <c:pt idx="53">
                  <c:v>0.00017483308142761947</c:v>
                </c:pt>
                <c:pt idx="54">
                  <c:v>0.00016934988247953048</c:v>
                </c:pt>
                <c:pt idx="55">
                  <c:v>0.0001638402539194953</c:v>
                </c:pt>
                <c:pt idx="56">
                  <c:v>0.00015831172123739547</c:v>
                </c:pt>
                <c:pt idx="57">
                  <c:v>0.00015277183574386946</c:v>
                </c:pt>
                <c:pt idx="58">
                  <c:v>0.00014722816425613051</c:v>
                </c:pt>
                <c:pt idx="59">
                  <c:v>0.0001416882787626045</c:v>
                </c:pt>
                <c:pt idx="60">
                  <c:v>0.0001361597460805047</c:v>
                </c:pt>
                <c:pt idx="61">
                  <c:v>0.0001306501175204695</c:v>
                </c:pt>
                <c:pt idx="62">
                  <c:v>0.0001251669185723805</c:v>
                </c:pt>
                <c:pt idx="63">
                  <c:v>0.00011971763862644848</c:v>
                </c:pt>
                <c:pt idx="64">
                  <c:v>0.00011430972074360718</c:v>
                </c:pt>
                <c:pt idx="65">
                  <c:v>0.0001089505514891876</c:v>
                </c:pt>
                <c:pt idx="66">
                  <c:v>0.0001036474508437579</c:v>
                </c:pt>
                <c:pt idx="67">
                  <c:v>9.84076622049108e-05</c:v>
                </c:pt>
                <c:pt idx="68">
                  <c:v>9.323834249365345e-05</c:v>
                </c:pt>
                <c:pt idx="69">
                  <c:v>8.814655237891449e-05</c:v>
                </c:pt>
                <c:pt idx="70">
                  <c:v>8.313924663351926e-05</c:v>
                </c:pt>
                <c:pt idx="71">
                  <c:v>7.822326463480703e-05</c:v>
                </c:pt>
                <c:pt idx="72">
                  <c:v>7.340532102286392e-05</c:v>
                </c:pt>
                <c:pt idx="73">
                  <c:v>6.869199652913258e-05</c:v>
                </c:pt>
                <c:pt idx="74">
                  <c:v>6.408972898792421e-05</c:v>
                </c:pt>
                <c:pt idx="75">
                  <c:v>5.960480454311155e-05</c:v>
                </c:pt>
                <c:pt idx="76">
                  <c:v>5.524334906201232e-05</c:v>
                </c:pt>
                <c:pt idx="77">
                  <c:v>5.101131976819159e-05</c:v>
                </c:pt>
                <c:pt idx="78">
                  <c:v>4.691449710461059e-05</c:v>
                </c:pt>
                <c:pt idx="79">
                  <c:v>4.295847683823716e-05</c:v>
                </c:pt>
                <c:pt idx="80">
                  <c:v>3.914866241690115e-05</c:v>
                </c:pt>
                <c:pt idx="81">
                  <c:v>3.549025758883458e-05</c:v>
                </c:pt>
                <c:pt idx="82">
                  <c:v>3.198825929497751e-05</c:v>
                </c:pt>
                <c:pt idx="83">
                  <c:v>2.8647450843757897e-05</c:v>
                </c:pt>
                <c:pt idx="84">
                  <c:v>2.5472395377667376e-05</c:v>
                </c:pt>
                <c:pt idx="85">
                  <c:v>2.24674296405579e-05</c:v>
                </c:pt>
                <c:pt idx="86">
                  <c:v>1.9636658054170745e-05</c:v>
                </c:pt>
                <c:pt idx="87">
                  <c:v>1.6983947111990716e-05</c:v>
                </c:pt>
                <c:pt idx="88">
                  <c:v>1.4512920098080655e-05</c:v>
                </c:pt>
                <c:pt idx="89">
                  <c:v>1.2226952138111562e-05</c:v>
                </c:pt>
                <c:pt idx="90">
                  <c:v>1.0129165589346628e-05</c:v>
                </c:pt>
                <c:pt idx="91">
                  <c:v>8.222425775877078e-06</c:v>
                </c:pt>
                <c:pt idx="92">
                  <c:v>6.509337074933873e-06</c:v>
                </c:pt>
                <c:pt idx="93">
                  <c:v>4.992239359621886e-06</c:v>
                </c:pt>
                <c:pt idx="94">
                  <c:v>3.6732048029345095e-06</c:v>
                </c:pt>
                <c:pt idx="95">
                  <c:v>2.554035047414732e-06</c:v>
                </c:pt>
                <c:pt idx="96">
                  <c:v>1.6362587443281227e-06</c:v>
                </c:pt>
                <c:pt idx="97">
                  <c:v>9.211294657089585e-07</c:v>
                </c:pt>
                <c:pt idx="98">
                  <c:v>4.0962399213179675e-07</c:v>
                </c:pt>
                <c:pt idx="99">
                  <c:v>1.0244097854656407e-07</c:v>
                </c:pt>
                <c:pt idx="100">
                  <c:v>0.0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>
                    <a:solidFill>
                      <a:srgbClr val="404040"/>
                    </a:solidFill>
                    <a:latin typeface="B Nazanin"/>
                  </a:rPr>
                  <a:t>مرحله آموزش (Step)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900">
                <a:latin typeface="B Nazanin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>
                    <a:solidFill>
                      <a:srgbClr val="404040"/>
                    </a:solidFill>
                    <a:latin typeface="B Nazanin"/>
                  </a:rPr>
                  <a:t>نرخ یادگیری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900">
                <a:latin typeface="B Nazanin"/>
              </a:defRPr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900">
          <a:latin typeface="B Nazanin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۹: زمان‌بند نرخ ی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۳.۱۹: زمان‌بند نرخ یادگیری — گرم‌کردن خطی + کاهش کسینوسی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658368"/>
          <a:ext cx="6400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Base LR = 3.0e-04"/>
          <p:cNvSpPr/>
          <p:nvPr/>
        </p:nvSpPr>
        <p:spPr>
          <a:xfrm>
            <a:off x="7406640" y="1051560"/>
            <a:ext cx="1554480" cy="457200"/>
          </a:xfrm>
          <a:prstGeom prst="rect">
            <a:avLst/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9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Base LR = 3.0e-04</a:t>
            </a:r>
          </a:p>
        </p:txBody>
      </p:sp>
      <p:sp>
        <p:nvSpPr>
          <p:cNvPr id="5" name="**Warmup = 150 steps**"/>
          <p:cNvSpPr/>
          <p:nvPr/>
        </p:nvSpPr>
        <p:spPr>
          <a:xfrm>
            <a:off x="7406640" y="1645920"/>
            <a:ext cx="1554480" cy="777240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950" b="1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Warmup = 150 steps</a:t>
            </a:r>
          </a:p>
          <a:p>
            <a:pPr algn="ctr" rtl="1"/>
            <a:r>
              <a:rPr sz="95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(افزایش خطی)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