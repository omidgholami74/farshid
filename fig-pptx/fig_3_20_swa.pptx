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02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دقت اعتبارسنجی (قبل از SWA)</c:v>
                </c:pt>
              </c:strCache>
            </c:strRef>
          </c:tx>
          <c:spPr>
            <a:ln w="25400">
              <a:solidFill>
                <a:srgbClr val="5B9BD5"/>
              </a:solidFill>
            </a:ln>
          </c:spPr>
          <c:marker>
            <c:symbol val="none"/>
          </c:marker>
          <c:cat>
            <c:strRef>
              <c:f>Sheet1!$A$2:$A$148</c:f>
              <c:strCache>
                <c:ptCount val="1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</c:strCache>
            </c:strRef>
          </c:cat>
          <c:val>
            <c:numRef>
              <c:f>Sheet1!$B$2:$B$148</c:f>
              <c:numCache>
                <c:formatCode>General</c:formatCode>
                <c:ptCount val="147"/>
                <c:pt idx="0">
                  <c:v>50.5</c:v>
                </c:pt>
                <c:pt idx="1">
                  <c:v>52.49</c:v>
                </c:pt>
                <c:pt idx="2">
                  <c:v>53.14</c:v>
                </c:pt>
                <c:pt idx="3">
                  <c:v>53.98</c:v>
                </c:pt>
                <c:pt idx="4">
                  <c:v>55.82</c:v>
                </c:pt>
                <c:pt idx="5">
                  <c:v>56.92</c:v>
                </c:pt>
                <c:pt idx="6">
                  <c:v>56.94</c:v>
                </c:pt>
                <c:pt idx="7">
                  <c:v>57.82</c:v>
                </c:pt>
                <c:pt idx="8">
                  <c:v>59.49</c:v>
                </c:pt>
                <c:pt idx="9">
                  <c:v>60.15</c:v>
                </c:pt>
                <c:pt idx="10">
                  <c:v>60.39</c:v>
                </c:pt>
                <c:pt idx="11">
                  <c:v>61.86</c:v>
                </c:pt>
                <c:pt idx="12">
                  <c:v>63.51</c:v>
                </c:pt>
                <c:pt idx="13">
                  <c:v>63.85</c:v>
                </c:pt>
                <c:pt idx="14">
                  <c:v>64.22</c:v>
                </c:pt>
                <c:pt idx="15">
                  <c:v>65.66</c:v>
                </c:pt>
                <c:pt idx="16">
                  <c:v>66.54</c:v>
                </c:pt>
                <c:pt idx="17">
                  <c:v>66.23</c:v>
                </c:pt>
                <c:pt idx="18">
                  <c:v>66.63</c:v>
                </c:pt>
                <c:pt idx="19">
                  <c:v>67.94</c:v>
                </c:pt>
                <c:pt idx="20">
                  <c:v>68.36</c:v>
                </c:pt>
                <c:pt idx="21">
                  <c:v>68.21</c:v>
                </c:pt>
                <c:pt idx="22">
                  <c:v>69.25</c:v>
                </c:pt>
                <c:pt idx="23">
                  <c:v>70.68</c:v>
                </c:pt>
                <c:pt idx="24">
                  <c:v>70.86</c:v>
                </c:pt>
                <c:pt idx="25">
                  <c:v>70.91</c:v>
                </c:pt>
                <c:pt idx="26">
                  <c:v>72.08</c:v>
                </c:pt>
                <c:pt idx="27">
                  <c:v>72.86</c:v>
                </c:pt>
                <c:pt idx="28">
                  <c:v>72.38</c:v>
                </c:pt>
                <c:pt idx="29">
                  <c:v>72.42</c:v>
                </c:pt>
                <c:pt idx="30">
                  <c:v>73.48</c:v>
                </c:pt>
                <c:pt idx="31">
                  <c:v>73.78</c:v>
                </c:pt>
                <c:pt idx="32">
                  <c:v>73.35</c:v>
                </c:pt>
                <c:pt idx="33">
                  <c:v>74.05</c:v>
                </c:pt>
                <c:pt idx="34">
                  <c:v>75.34</c:v>
                </c:pt>
                <c:pt idx="35">
                  <c:v>75.45</c:v>
                </c:pt>
                <c:pt idx="36">
                  <c:v>75.27</c:v>
                </c:pt>
                <c:pt idx="37">
                  <c:v>76.24</c:v>
                </c:pt>
                <c:pt idx="38">
                  <c:v>77.01</c:v>
                </c:pt>
                <c:pt idx="39">
                  <c:v>76.45</c:v>
                </c:pt>
                <c:pt idx="40">
                  <c:v>76.23</c:v>
                </c:pt>
                <c:pt idx="41">
                  <c:v>77.12</c:v>
                </c:pt>
                <c:pt idx="42">
                  <c:v>77.36</c:v>
                </c:pt>
                <c:pt idx="43">
                  <c:v>76.75</c:v>
                </c:pt>
                <c:pt idx="44">
                  <c:v>77.16</c:v>
                </c:pt>
                <c:pt idx="45">
                  <c:v>78.34</c:v>
                </c:pt>
                <c:pt idx="46">
                  <c:v>78.45</c:v>
                </c:pt>
                <c:pt idx="47">
                  <c:v>78.11</c:v>
                </c:pt>
                <c:pt idx="48">
                  <c:v>78.92</c:v>
                </c:pt>
                <c:pt idx="49">
                  <c:v>79.72</c:v>
                </c:pt>
                <c:pt idx="50">
                  <c:v>79.17</c:v>
                </c:pt>
                <c:pt idx="51">
                  <c:v>78.76</c:v>
                </c:pt>
                <c:pt idx="52">
                  <c:v>79.5</c:v>
                </c:pt>
                <c:pt idx="53">
                  <c:v>79.75</c:v>
                </c:pt>
                <c:pt idx="54">
                  <c:v>79.02</c:v>
                </c:pt>
                <c:pt idx="55">
                  <c:v>79.18</c:v>
                </c:pt>
                <c:pt idx="56">
                  <c:v>80.27</c:v>
                </c:pt>
                <c:pt idx="57">
                  <c:v>80.41</c:v>
                </c:pt>
                <c:pt idx="58">
                  <c:v>79.96</c:v>
                </c:pt>
                <c:pt idx="59">
                  <c:v>80.62</c:v>
                </c:pt>
                <c:pt idx="60">
                  <c:v>81.47</c:v>
                </c:pt>
                <c:pt idx="61">
                  <c:v>80.98</c:v>
                </c:pt>
                <c:pt idx="62">
                  <c:v>80.43</c:v>
                </c:pt>
                <c:pt idx="63">
                  <c:v>81.06</c:v>
                </c:pt>
                <c:pt idx="64">
                  <c:v>81.34</c:v>
                </c:pt>
                <c:pt idx="65">
                  <c:v>80.55</c:v>
                </c:pt>
                <c:pt idx="66">
                  <c:v>80.49</c:v>
                </c:pt>
                <c:pt idx="67">
                  <c:v>81.49</c:v>
                </c:pt>
                <c:pt idx="68">
                  <c:v>81.68</c:v>
                </c:pt>
                <c:pt idx="69">
                  <c:v>81.16</c:v>
                </c:pt>
                <c:pt idx="70">
                  <c:v>81.69</c:v>
                </c:pt>
                <c:pt idx="71">
                  <c:v>82.6</c:v>
                </c:pt>
                <c:pt idx="72">
                  <c:v>82.2</c:v>
                </c:pt>
                <c:pt idx="73">
                  <c:v>81.56</c:v>
                </c:pt>
                <c:pt idx="74">
                  <c:v>82.08</c:v>
                </c:pt>
                <c:pt idx="75">
                  <c:v>82.43</c:v>
                </c:pt>
                <c:pt idx="76">
                  <c:v>81.61</c:v>
                </c:pt>
                <c:pt idx="77">
                  <c:v>81.35</c:v>
                </c:pt>
                <c:pt idx="78">
                  <c:v>82.26</c:v>
                </c:pt>
                <c:pt idx="79">
                  <c:v>82.51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دقت اعتبارسنجی (فاز SWA)</c:v>
                </c:pt>
              </c:strCache>
            </c:strRef>
          </c:tx>
          <c:spPr>
            <a:ln w="25400">
              <a:solidFill>
                <a:srgbClr val="00B050"/>
              </a:solidFill>
            </a:ln>
          </c:spPr>
          <c:marker>
            <c:symbol val="none"/>
          </c:marker>
          <c:cat>
            <c:strRef>
              <c:f>Sheet1!$A$2:$A$148</c:f>
              <c:strCache>
                <c:ptCount val="1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</c:strCache>
            </c:strRef>
          </c:cat>
          <c:val>
            <c:numRef>
              <c:f>Sheet1!$C$2:$C$148</c:f>
              <c:numCache>
                <c:formatCode>General</c:formatCode>
                <c:ptCount val="147"/>
                <c:pt idx="80">
                  <c:v>83.47</c:v>
                </c:pt>
                <c:pt idx="81">
                  <c:v>83.19</c:v>
                </c:pt>
                <c:pt idx="82">
                  <c:v>83.77</c:v>
                </c:pt>
                <c:pt idx="83">
                  <c:v>84.32</c:v>
                </c:pt>
                <c:pt idx="84">
                  <c:v>83.99</c:v>
                </c:pt>
                <c:pt idx="85">
                  <c:v>83.05</c:v>
                </c:pt>
                <c:pt idx="86">
                  <c:v>82.58</c:v>
                </c:pt>
                <c:pt idx="87">
                  <c:v>83.2</c:v>
                </c:pt>
                <c:pt idx="88">
                  <c:v>84.34</c:v>
                </c:pt>
                <c:pt idx="89">
                  <c:v>84.85</c:v>
                </c:pt>
                <c:pt idx="90">
                  <c:v>84.33</c:v>
                </c:pt>
                <c:pt idx="91">
                  <c:v>83.54</c:v>
                </c:pt>
                <c:pt idx="92">
                  <c:v>83.48</c:v>
                </c:pt>
                <c:pt idx="93">
                  <c:v>84.18</c:v>
                </c:pt>
                <c:pt idx="94">
                  <c:v>84.67</c:v>
                </c:pt>
                <c:pt idx="95">
                  <c:v>84.19</c:v>
                </c:pt>
                <c:pt idx="96">
                  <c:v>83.09</c:v>
                </c:pt>
                <c:pt idx="97">
                  <c:v>82.51</c:v>
                </c:pt>
                <c:pt idx="98">
                  <c:v>83.04</c:v>
                </c:pt>
                <c:pt idx="99">
                  <c:v>84.07</c:v>
                </c:pt>
                <c:pt idx="100">
                  <c:v>84.49</c:v>
                </c:pt>
                <c:pt idx="101">
                  <c:v>83.98</c:v>
                </c:pt>
                <c:pt idx="102">
                  <c:v>83.36</c:v>
                </c:pt>
                <c:pt idx="103">
                  <c:v>83.54</c:v>
                </c:pt>
                <c:pt idx="104">
                  <c:v>84.43</c:v>
                </c:pt>
                <c:pt idx="105">
                  <c:v>84.99</c:v>
                </c:pt>
                <c:pt idx="106">
                  <c:v>84.47</c:v>
                </c:pt>
                <c:pt idx="107">
                  <c:v>83.33</c:v>
                </c:pt>
                <c:pt idx="108">
                  <c:v>82.7</c:v>
                </c:pt>
                <c:pt idx="109">
                  <c:v>83.14</c:v>
                </c:pt>
                <c:pt idx="110">
                  <c:v>83.98</c:v>
                </c:pt>
                <c:pt idx="111">
                  <c:v>84.19</c:v>
                </c:pt>
                <c:pt idx="112">
                  <c:v>83.57</c:v>
                </c:pt>
                <c:pt idx="113">
                  <c:v>83.0</c:v>
                </c:pt>
                <c:pt idx="114">
                  <c:v>83.36</c:v>
                </c:pt>
                <c:pt idx="115">
                  <c:v>84.42</c:v>
                </c:pt>
                <c:pt idx="116">
                  <c:v>85.09</c:v>
                </c:pt>
                <c:pt idx="117">
                  <c:v>84.65</c:v>
                </c:pt>
                <c:pt idx="118">
                  <c:v>83.6</c:v>
                </c:pt>
                <c:pt idx="119">
                  <c:v>83.05</c:v>
                </c:pt>
                <c:pt idx="120">
                  <c:v>83.47</c:v>
                </c:pt>
                <c:pt idx="121">
                  <c:v>84.15</c:v>
                </c:pt>
                <c:pt idx="122">
                  <c:v>84.11</c:v>
                </c:pt>
                <c:pt idx="123">
                  <c:v>83.3</c:v>
                </c:pt>
                <c:pt idx="124">
                  <c:v>82.67</c:v>
                </c:pt>
                <c:pt idx="125">
                  <c:v>83.07</c:v>
                </c:pt>
                <c:pt idx="126">
                  <c:v>84.2</c:v>
                </c:pt>
                <c:pt idx="127">
                  <c:v>84.93</c:v>
                </c:pt>
                <c:pt idx="128">
                  <c:v>84.59</c:v>
                </c:pt>
                <c:pt idx="129">
                  <c:v>83.7</c:v>
                </c:pt>
                <c:pt idx="130">
                  <c:v>83.35</c:v>
                </c:pt>
                <c:pt idx="131">
                  <c:v>83.88</c:v>
                </c:pt>
                <c:pt idx="132">
                  <c:v>84.5</c:v>
                </c:pt>
                <c:pt idx="133">
                  <c:v>84.28</c:v>
                </c:pt>
                <c:pt idx="134">
                  <c:v>83.28</c:v>
                </c:pt>
                <c:pt idx="135">
                  <c:v>82.53</c:v>
                </c:pt>
                <c:pt idx="136">
                  <c:v>82.86</c:v>
                </c:pt>
                <c:pt idx="137">
                  <c:v>83.93</c:v>
                </c:pt>
                <c:pt idx="138">
                  <c:v>84.6</c:v>
                </c:pt>
                <c:pt idx="139">
                  <c:v>84.28</c:v>
                </c:pt>
                <c:pt idx="140">
                  <c:v>83.55</c:v>
                </c:pt>
                <c:pt idx="141">
                  <c:v>83.45</c:v>
                </c:pt>
                <c:pt idx="142">
                  <c:v>84.17</c:v>
                </c:pt>
                <c:pt idx="143">
                  <c:v>84.86</c:v>
                </c:pt>
                <c:pt idx="144">
                  <c:v>84.58</c:v>
                </c:pt>
                <c:pt idx="145">
                  <c:v>83.48</c:v>
                </c:pt>
                <c:pt idx="146">
                  <c:v>82.66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میانگین SWA = 84.48٪</c:v>
                </c:pt>
              </c:strCache>
            </c:strRef>
          </c:tx>
          <c:spPr>
            <a:ln w="20320">
              <a:solidFill>
                <a:srgbClr val="C00000"/>
              </a:solidFill>
              <a:prstDash val="dash"/>
            </a:ln>
          </c:spPr>
          <c:marker>
            <c:symbol val="none"/>
          </c:marker>
          <c:cat>
            <c:strRef>
              <c:f>Sheet1!$A$2:$A$148</c:f>
              <c:strCache>
                <c:ptCount val="1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</c:strCache>
            </c:strRef>
          </c:cat>
          <c:val>
            <c:numRef>
              <c:f>Sheet1!$D$2:$D$148</c:f>
              <c:numCache>
                <c:formatCode>General</c:formatCode>
                <c:ptCount val="147"/>
                <c:pt idx="0">
                  <c:v>84.48</c:v>
                </c:pt>
                <c:pt idx="1">
                  <c:v>84.48</c:v>
                </c:pt>
                <c:pt idx="2">
                  <c:v>84.48</c:v>
                </c:pt>
                <c:pt idx="3">
                  <c:v>84.48</c:v>
                </c:pt>
                <c:pt idx="4">
                  <c:v>84.48</c:v>
                </c:pt>
                <c:pt idx="5">
                  <c:v>84.48</c:v>
                </c:pt>
                <c:pt idx="6">
                  <c:v>84.48</c:v>
                </c:pt>
                <c:pt idx="7">
                  <c:v>84.48</c:v>
                </c:pt>
                <c:pt idx="8">
                  <c:v>84.48</c:v>
                </c:pt>
                <c:pt idx="9">
                  <c:v>84.48</c:v>
                </c:pt>
                <c:pt idx="10">
                  <c:v>84.48</c:v>
                </c:pt>
                <c:pt idx="11">
                  <c:v>84.48</c:v>
                </c:pt>
                <c:pt idx="12">
                  <c:v>84.48</c:v>
                </c:pt>
                <c:pt idx="13">
                  <c:v>84.48</c:v>
                </c:pt>
                <c:pt idx="14">
                  <c:v>84.48</c:v>
                </c:pt>
                <c:pt idx="15">
                  <c:v>84.48</c:v>
                </c:pt>
                <c:pt idx="16">
                  <c:v>84.48</c:v>
                </c:pt>
                <c:pt idx="17">
                  <c:v>84.48</c:v>
                </c:pt>
                <c:pt idx="18">
                  <c:v>84.48</c:v>
                </c:pt>
                <c:pt idx="19">
                  <c:v>84.48</c:v>
                </c:pt>
                <c:pt idx="20">
                  <c:v>84.48</c:v>
                </c:pt>
                <c:pt idx="21">
                  <c:v>84.48</c:v>
                </c:pt>
                <c:pt idx="22">
                  <c:v>84.48</c:v>
                </c:pt>
                <c:pt idx="23">
                  <c:v>84.48</c:v>
                </c:pt>
                <c:pt idx="24">
                  <c:v>84.48</c:v>
                </c:pt>
                <c:pt idx="25">
                  <c:v>84.48</c:v>
                </c:pt>
                <c:pt idx="26">
                  <c:v>84.48</c:v>
                </c:pt>
                <c:pt idx="27">
                  <c:v>84.48</c:v>
                </c:pt>
                <c:pt idx="28">
                  <c:v>84.48</c:v>
                </c:pt>
                <c:pt idx="29">
                  <c:v>84.48</c:v>
                </c:pt>
                <c:pt idx="30">
                  <c:v>84.48</c:v>
                </c:pt>
                <c:pt idx="31">
                  <c:v>84.48</c:v>
                </c:pt>
                <c:pt idx="32">
                  <c:v>84.48</c:v>
                </c:pt>
                <c:pt idx="33">
                  <c:v>84.48</c:v>
                </c:pt>
                <c:pt idx="34">
                  <c:v>84.48</c:v>
                </c:pt>
                <c:pt idx="35">
                  <c:v>84.48</c:v>
                </c:pt>
                <c:pt idx="36">
                  <c:v>84.48</c:v>
                </c:pt>
                <c:pt idx="37">
                  <c:v>84.48</c:v>
                </c:pt>
                <c:pt idx="38">
                  <c:v>84.48</c:v>
                </c:pt>
                <c:pt idx="39">
                  <c:v>84.48</c:v>
                </c:pt>
                <c:pt idx="40">
                  <c:v>84.48</c:v>
                </c:pt>
                <c:pt idx="41">
                  <c:v>84.48</c:v>
                </c:pt>
                <c:pt idx="42">
                  <c:v>84.48</c:v>
                </c:pt>
                <c:pt idx="43">
                  <c:v>84.48</c:v>
                </c:pt>
                <c:pt idx="44">
                  <c:v>84.48</c:v>
                </c:pt>
                <c:pt idx="45">
                  <c:v>84.48</c:v>
                </c:pt>
                <c:pt idx="46">
                  <c:v>84.48</c:v>
                </c:pt>
                <c:pt idx="47">
                  <c:v>84.48</c:v>
                </c:pt>
                <c:pt idx="48">
                  <c:v>84.48</c:v>
                </c:pt>
                <c:pt idx="49">
                  <c:v>84.48</c:v>
                </c:pt>
                <c:pt idx="50">
                  <c:v>84.48</c:v>
                </c:pt>
                <c:pt idx="51">
                  <c:v>84.48</c:v>
                </c:pt>
                <c:pt idx="52">
                  <c:v>84.48</c:v>
                </c:pt>
                <c:pt idx="53">
                  <c:v>84.48</c:v>
                </c:pt>
                <c:pt idx="54">
                  <c:v>84.48</c:v>
                </c:pt>
                <c:pt idx="55">
                  <c:v>84.48</c:v>
                </c:pt>
                <c:pt idx="56">
                  <c:v>84.48</c:v>
                </c:pt>
                <c:pt idx="57">
                  <c:v>84.48</c:v>
                </c:pt>
                <c:pt idx="58">
                  <c:v>84.48</c:v>
                </c:pt>
                <c:pt idx="59">
                  <c:v>84.48</c:v>
                </c:pt>
                <c:pt idx="60">
                  <c:v>84.48</c:v>
                </c:pt>
                <c:pt idx="61">
                  <c:v>84.48</c:v>
                </c:pt>
                <c:pt idx="62">
                  <c:v>84.48</c:v>
                </c:pt>
                <c:pt idx="63">
                  <c:v>84.48</c:v>
                </c:pt>
                <c:pt idx="64">
                  <c:v>84.48</c:v>
                </c:pt>
                <c:pt idx="65">
                  <c:v>84.48</c:v>
                </c:pt>
                <c:pt idx="66">
                  <c:v>84.48</c:v>
                </c:pt>
                <c:pt idx="67">
                  <c:v>84.48</c:v>
                </c:pt>
                <c:pt idx="68">
                  <c:v>84.48</c:v>
                </c:pt>
                <c:pt idx="69">
                  <c:v>84.48</c:v>
                </c:pt>
                <c:pt idx="70">
                  <c:v>84.48</c:v>
                </c:pt>
                <c:pt idx="71">
                  <c:v>84.48</c:v>
                </c:pt>
                <c:pt idx="72">
                  <c:v>84.48</c:v>
                </c:pt>
                <c:pt idx="73">
                  <c:v>84.48</c:v>
                </c:pt>
                <c:pt idx="74">
                  <c:v>84.48</c:v>
                </c:pt>
                <c:pt idx="75">
                  <c:v>84.48</c:v>
                </c:pt>
                <c:pt idx="76">
                  <c:v>84.48</c:v>
                </c:pt>
                <c:pt idx="77">
                  <c:v>84.48</c:v>
                </c:pt>
                <c:pt idx="78">
                  <c:v>84.48</c:v>
                </c:pt>
                <c:pt idx="79">
                  <c:v>84.48</c:v>
                </c:pt>
                <c:pt idx="80">
                  <c:v>84.48</c:v>
                </c:pt>
                <c:pt idx="81">
                  <c:v>84.48</c:v>
                </c:pt>
                <c:pt idx="82">
                  <c:v>84.48</c:v>
                </c:pt>
                <c:pt idx="83">
                  <c:v>84.48</c:v>
                </c:pt>
                <c:pt idx="84">
                  <c:v>84.48</c:v>
                </c:pt>
                <c:pt idx="85">
                  <c:v>84.48</c:v>
                </c:pt>
                <c:pt idx="86">
                  <c:v>84.48</c:v>
                </c:pt>
                <c:pt idx="87">
                  <c:v>84.48</c:v>
                </c:pt>
                <c:pt idx="88">
                  <c:v>84.48</c:v>
                </c:pt>
                <c:pt idx="89">
                  <c:v>84.48</c:v>
                </c:pt>
                <c:pt idx="90">
                  <c:v>84.48</c:v>
                </c:pt>
                <c:pt idx="91">
                  <c:v>84.48</c:v>
                </c:pt>
                <c:pt idx="92">
                  <c:v>84.48</c:v>
                </c:pt>
                <c:pt idx="93">
                  <c:v>84.48</c:v>
                </c:pt>
                <c:pt idx="94">
                  <c:v>84.48</c:v>
                </c:pt>
                <c:pt idx="95">
                  <c:v>84.48</c:v>
                </c:pt>
                <c:pt idx="96">
                  <c:v>84.48</c:v>
                </c:pt>
                <c:pt idx="97">
                  <c:v>84.48</c:v>
                </c:pt>
                <c:pt idx="98">
                  <c:v>84.48</c:v>
                </c:pt>
                <c:pt idx="99">
                  <c:v>84.48</c:v>
                </c:pt>
                <c:pt idx="100">
                  <c:v>84.48</c:v>
                </c:pt>
                <c:pt idx="101">
                  <c:v>84.48</c:v>
                </c:pt>
                <c:pt idx="102">
                  <c:v>84.48</c:v>
                </c:pt>
                <c:pt idx="103">
                  <c:v>84.48</c:v>
                </c:pt>
                <c:pt idx="104">
                  <c:v>84.48</c:v>
                </c:pt>
                <c:pt idx="105">
                  <c:v>84.48</c:v>
                </c:pt>
                <c:pt idx="106">
                  <c:v>84.48</c:v>
                </c:pt>
                <c:pt idx="107">
                  <c:v>84.48</c:v>
                </c:pt>
                <c:pt idx="108">
                  <c:v>84.48</c:v>
                </c:pt>
                <c:pt idx="109">
                  <c:v>84.48</c:v>
                </c:pt>
                <c:pt idx="110">
                  <c:v>84.48</c:v>
                </c:pt>
                <c:pt idx="111">
                  <c:v>84.48</c:v>
                </c:pt>
                <c:pt idx="112">
                  <c:v>84.48</c:v>
                </c:pt>
                <c:pt idx="113">
                  <c:v>84.48</c:v>
                </c:pt>
                <c:pt idx="114">
                  <c:v>84.48</c:v>
                </c:pt>
                <c:pt idx="115">
                  <c:v>84.48</c:v>
                </c:pt>
                <c:pt idx="116">
                  <c:v>84.48</c:v>
                </c:pt>
                <c:pt idx="117">
                  <c:v>84.48</c:v>
                </c:pt>
                <c:pt idx="118">
                  <c:v>84.48</c:v>
                </c:pt>
                <c:pt idx="119">
                  <c:v>84.48</c:v>
                </c:pt>
                <c:pt idx="120">
                  <c:v>84.48</c:v>
                </c:pt>
                <c:pt idx="121">
                  <c:v>84.48</c:v>
                </c:pt>
                <c:pt idx="122">
                  <c:v>84.48</c:v>
                </c:pt>
                <c:pt idx="123">
                  <c:v>84.48</c:v>
                </c:pt>
                <c:pt idx="124">
                  <c:v>84.48</c:v>
                </c:pt>
                <c:pt idx="125">
                  <c:v>84.48</c:v>
                </c:pt>
                <c:pt idx="126">
                  <c:v>84.48</c:v>
                </c:pt>
                <c:pt idx="127">
                  <c:v>84.48</c:v>
                </c:pt>
                <c:pt idx="128">
                  <c:v>84.48</c:v>
                </c:pt>
                <c:pt idx="129">
                  <c:v>84.48</c:v>
                </c:pt>
                <c:pt idx="130">
                  <c:v>84.48</c:v>
                </c:pt>
                <c:pt idx="131">
                  <c:v>84.48</c:v>
                </c:pt>
                <c:pt idx="132">
                  <c:v>84.48</c:v>
                </c:pt>
                <c:pt idx="133">
                  <c:v>84.48</c:v>
                </c:pt>
                <c:pt idx="134">
                  <c:v>84.48</c:v>
                </c:pt>
                <c:pt idx="135">
                  <c:v>84.48</c:v>
                </c:pt>
                <c:pt idx="136">
                  <c:v>84.48</c:v>
                </c:pt>
                <c:pt idx="137">
                  <c:v>84.48</c:v>
                </c:pt>
                <c:pt idx="138">
                  <c:v>84.48</c:v>
                </c:pt>
                <c:pt idx="139">
                  <c:v>84.48</c:v>
                </c:pt>
                <c:pt idx="140">
                  <c:v>84.48</c:v>
                </c:pt>
                <c:pt idx="141">
                  <c:v>84.48</c:v>
                </c:pt>
                <c:pt idx="142">
                  <c:v>84.48</c:v>
                </c:pt>
                <c:pt idx="143">
                  <c:v>84.48</c:v>
                </c:pt>
                <c:pt idx="144">
                  <c:v>84.48</c:v>
                </c:pt>
                <c:pt idx="145">
                  <c:v>84.48</c:v>
                </c:pt>
                <c:pt idx="146">
                  <c:v>84.48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50">
                    <a:solidFill>
                      <a:srgbClr val="404040"/>
                    </a:solidFill>
                    <a:latin typeface="B Nazanin"/>
                  </a:rPr>
                  <a:t>دوره (Epoch)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850">
                <a:latin typeface="B Nazanin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8.0"/>
          <c:min val="48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50">
                    <a:solidFill>
                      <a:srgbClr val="404040"/>
                    </a:solidFill>
                    <a:latin typeface="B Nazanin"/>
                  </a:rPr>
                  <a:t>دقت اعتبارسنجی (٪)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850">
                <a:latin typeface="B Nazanin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850">
          <a:latin typeface="B Nazanin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۲۰: فرآیند میانگین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۳.۲۰: فرآیند میانگین‌گیری وزنی تصادفی (SWA) در طول آموزش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658368"/>
          <a:ext cx="749808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xt فعال‌سازی SWA از دوره ۸۰"/>
          <p:cNvSpPr txBox="1"/>
          <p:nvPr/>
        </p:nvSpPr>
        <p:spPr>
          <a:xfrm>
            <a:off x="365760" y="4343400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فعال‌سازی SWA از دوره ۸۰؛ میانگین وزن‌ها در ۳۰ دوره پایانی گرفته می‌شود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